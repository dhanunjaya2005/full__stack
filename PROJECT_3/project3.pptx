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63" r:id="rId10"/>
    <p:sldId id="264" r:id="rId11"/>
    <p:sldId id="266" r:id="rId12"/>
    <p:sldId id="269" r:id="rId13"/>
    <p:sldId id="267" r:id="rId14"/>
    <p:sldId id="272" r:id="rId15"/>
    <p:sldId id="268" r:id="rId16"/>
    <p:sldId id="273" r:id="rId17"/>
    <p:sldId id="274" r:id="rId18"/>
    <p:sldId id="270" r:id="rId19"/>
    <p:sldId id="265" r:id="rId20"/>
  </p:sldIdLst>
  <p:sldSz cx="18288000" cy="10287000"/>
  <p:notesSz cx="6858000" cy="9144000"/>
  <p:embeddedFontLst>
    <p:embeddedFont>
      <p:font typeface="Bookman Old Style" panose="02050604050505020204" pitchFamily="18" charset="0"/>
      <p:regular r:id="rId21"/>
      <p:bold r:id="rId22"/>
      <p:italic r:id="rId23"/>
      <p:boldItalic r:id="rId24"/>
    </p:embeddedFont>
    <p:embeddedFont>
      <p:font typeface="Cambria" panose="02040503050406030204" pitchFamily="18" charset="0"/>
      <p:regular r:id="rId25"/>
      <p:bold r:id="rId26"/>
      <p:italic r:id="rId27"/>
      <p:boldItalic r:id="rId28"/>
    </p:embeddedFont>
    <p:embeddedFont>
      <p:font typeface="Gotham" panose="020B0604020202020204" charset="0"/>
      <p:regular r:id="rId29"/>
    </p:embeddedFont>
    <p:embeddedFont>
      <p:font typeface="Gotham Bold Italics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9F72E3-99BA-424D-B3F5-5A8C2A4EF8BD}" v="34" dt="2026-05-04T18:18:45.8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466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i Thaa" userId="01dafee48578bd57" providerId="LiveId" clId="{10B47D26-EEAC-480D-82C7-38247AEBD8AE}"/>
    <pc:docChg chg="undo custSel addSld delSld modSld sldOrd">
      <pc:chgData name="Sari Thaa" userId="01dafee48578bd57" providerId="LiveId" clId="{10B47D26-EEAC-480D-82C7-38247AEBD8AE}" dt="2026-05-04T18:18:56.763" v="291" actId="255"/>
      <pc:docMkLst>
        <pc:docMk/>
      </pc:docMkLst>
      <pc:sldChg chg="modSp mod">
        <pc:chgData name="Sari Thaa" userId="01dafee48578bd57" providerId="LiveId" clId="{10B47D26-EEAC-480D-82C7-38247AEBD8AE}" dt="2026-05-04T17:23:38.161" v="14" actId="12"/>
        <pc:sldMkLst>
          <pc:docMk/>
          <pc:sldMk cId="0" sldId="257"/>
        </pc:sldMkLst>
        <pc:spChg chg="mod">
          <ac:chgData name="Sari Thaa" userId="01dafee48578bd57" providerId="LiveId" clId="{10B47D26-EEAC-480D-82C7-38247AEBD8AE}" dt="2026-05-04T17:23:38.161" v="14" actId="12"/>
          <ac:spMkLst>
            <pc:docMk/>
            <pc:sldMk cId="0" sldId="257"/>
            <ac:spMk id="3" creationId="{837E9E58-77B6-079D-9D0D-E380CADAD23D}"/>
          </ac:spMkLst>
        </pc:spChg>
      </pc:sldChg>
      <pc:sldChg chg="modSp mod">
        <pc:chgData name="Sari Thaa" userId="01dafee48578bd57" providerId="LiveId" clId="{10B47D26-EEAC-480D-82C7-38247AEBD8AE}" dt="2026-05-04T17:25:00.886" v="30" actId="12"/>
        <pc:sldMkLst>
          <pc:docMk/>
          <pc:sldMk cId="0" sldId="258"/>
        </pc:sldMkLst>
        <pc:spChg chg="mod">
          <ac:chgData name="Sari Thaa" userId="01dafee48578bd57" providerId="LiveId" clId="{10B47D26-EEAC-480D-82C7-38247AEBD8AE}" dt="2026-05-04T17:25:00.886" v="30" actId="12"/>
          <ac:spMkLst>
            <pc:docMk/>
            <pc:sldMk cId="0" sldId="258"/>
            <ac:spMk id="48" creationId="{BDE2941C-1504-53F9-99B2-48002CA9A345}"/>
          </ac:spMkLst>
        </pc:spChg>
      </pc:sldChg>
      <pc:sldChg chg="addSp modSp mod">
        <pc:chgData name="Sari Thaa" userId="01dafee48578bd57" providerId="LiveId" clId="{10B47D26-EEAC-480D-82C7-38247AEBD8AE}" dt="2026-05-04T17:26:43.027" v="44" actId="255"/>
        <pc:sldMkLst>
          <pc:docMk/>
          <pc:sldMk cId="0" sldId="259"/>
        </pc:sldMkLst>
        <pc:spChg chg="add">
          <ac:chgData name="Sari Thaa" userId="01dafee48578bd57" providerId="LiveId" clId="{10B47D26-EEAC-480D-82C7-38247AEBD8AE}" dt="2026-05-04T17:25:19.647" v="31"/>
          <ac:spMkLst>
            <pc:docMk/>
            <pc:sldMk cId="0" sldId="259"/>
            <ac:spMk id="2" creationId="{4A3ADB36-011B-3D52-6C17-D6EC9A56C467}"/>
          </ac:spMkLst>
        </pc:spChg>
        <pc:spChg chg="add">
          <ac:chgData name="Sari Thaa" userId="01dafee48578bd57" providerId="LiveId" clId="{10B47D26-EEAC-480D-82C7-38247AEBD8AE}" dt="2026-05-04T17:25:23.884" v="32"/>
          <ac:spMkLst>
            <pc:docMk/>
            <pc:sldMk cId="0" sldId="259"/>
            <ac:spMk id="3" creationId="{054FE30D-3AA5-4AC7-AAE3-602CE28BA721}"/>
          </ac:spMkLst>
        </pc:spChg>
        <pc:spChg chg="add">
          <ac:chgData name="Sari Thaa" userId="01dafee48578bd57" providerId="LiveId" clId="{10B47D26-EEAC-480D-82C7-38247AEBD8AE}" dt="2026-05-04T17:25:28.525" v="34"/>
          <ac:spMkLst>
            <pc:docMk/>
            <pc:sldMk cId="0" sldId="259"/>
            <ac:spMk id="4" creationId="{DE0DE849-B4C3-CD6D-9B8C-F10C9471FB60}"/>
          </ac:spMkLst>
        </pc:spChg>
        <pc:spChg chg="add">
          <ac:chgData name="Sari Thaa" userId="01dafee48578bd57" providerId="LiveId" clId="{10B47D26-EEAC-480D-82C7-38247AEBD8AE}" dt="2026-05-04T17:25:37.650" v="35"/>
          <ac:spMkLst>
            <pc:docMk/>
            <pc:sldMk cId="0" sldId="259"/>
            <ac:spMk id="5" creationId="{29380420-1353-C82F-6256-68A443AF3D3E}"/>
          </ac:spMkLst>
        </pc:spChg>
        <pc:spChg chg="add">
          <ac:chgData name="Sari Thaa" userId="01dafee48578bd57" providerId="LiveId" clId="{10B47D26-EEAC-480D-82C7-38247AEBD8AE}" dt="2026-05-04T17:25:42.652" v="37"/>
          <ac:spMkLst>
            <pc:docMk/>
            <pc:sldMk cId="0" sldId="259"/>
            <ac:spMk id="6" creationId="{FE5484C4-1B48-5F11-5125-ABDDB9C81547}"/>
          </ac:spMkLst>
        </pc:spChg>
        <pc:spChg chg="mod">
          <ac:chgData name="Sari Thaa" userId="01dafee48578bd57" providerId="LiveId" clId="{10B47D26-EEAC-480D-82C7-38247AEBD8AE}" dt="2026-05-04T17:26:43.027" v="44" actId="255"/>
          <ac:spMkLst>
            <pc:docMk/>
            <pc:sldMk cId="0" sldId="259"/>
            <ac:spMk id="52" creationId="{056A0A3A-1541-5EC0-5370-02DA282ABDDE}"/>
          </ac:spMkLst>
        </pc:spChg>
      </pc:sldChg>
      <pc:sldChg chg="addSp modSp mod">
        <pc:chgData name="Sari Thaa" userId="01dafee48578bd57" providerId="LiveId" clId="{10B47D26-EEAC-480D-82C7-38247AEBD8AE}" dt="2026-05-04T17:28:49.036" v="63" actId="12"/>
        <pc:sldMkLst>
          <pc:docMk/>
          <pc:sldMk cId="0" sldId="260"/>
        </pc:sldMkLst>
        <pc:spChg chg="add">
          <ac:chgData name="Sari Thaa" userId="01dafee48578bd57" providerId="LiveId" clId="{10B47D26-EEAC-480D-82C7-38247AEBD8AE}" dt="2026-05-04T17:27:04.749" v="45"/>
          <ac:spMkLst>
            <pc:docMk/>
            <pc:sldMk cId="0" sldId="260"/>
            <ac:spMk id="2" creationId="{739A4FD3-EA8F-47AF-E780-94AF533A8B3F}"/>
          </ac:spMkLst>
        </pc:spChg>
        <pc:spChg chg="add">
          <ac:chgData name="Sari Thaa" userId="01dafee48578bd57" providerId="LiveId" clId="{10B47D26-EEAC-480D-82C7-38247AEBD8AE}" dt="2026-05-04T17:27:10.235" v="48"/>
          <ac:spMkLst>
            <pc:docMk/>
            <pc:sldMk cId="0" sldId="260"/>
            <ac:spMk id="3" creationId="{B9A61381-1E5B-F83C-D9E0-B53DBA524F28}"/>
          </ac:spMkLst>
        </pc:spChg>
        <pc:spChg chg="mod">
          <ac:chgData name="Sari Thaa" userId="01dafee48578bd57" providerId="LiveId" clId="{10B47D26-EEAC-480D-82C7-38247AEBD8AE}" dt="2026-05-04T17:28:49.036" v="63" actId="12"/>
          <ac:spMkLst>
            <pc:docMk/>
            <pc:sldMk cId="0" sldId="260"/>
            <ac:spMk id="48" creationId="{E8F19716-1653-9AE0-442E-B3829A585B46}"/>
          </ac:spMkLst>
        </pc:spChg>
      </pc:sldChg>
      <pc:sldChg chg="modSp mod">
        <pc:chgData name="Sari Thaa" userId="01dafee48578bd57" providerId="LiveId" clId="{10B47D26-EEAC-480D-82C7-38247AEBD8AE}" dt="2026-05-04T17:29:33.517" v="73" actId="113"/>
        <pc:sldMkLst>
          <pc:docMk/>
          <pc:sldMk cId="0" sldId="261"/>
        </pc:sldMkLst>
        <pc:spChg chg="mod">
          <ac:chgData name="Sari Thaa" userId="01dafee48578bd57" providerId="LiveId" clId="{10B47D26-EEAC-480D-82C7-38247AEBD8AE}" dt="2026-05-04T17:29:33.517" v="73" actId="113"/>
          <ac:spMkLst>
            <pc:docMk/>
            <pc:sldMk cId="0" sldId="261"/>
            <ac:spMk id="43" creationId="{25F9D4B0-38FE-DBA4-164D-1745B68379A5}"/>
          </ac:spMkLst>
        </pc:spChg>
      </pc:sldChg>
      <pc:sldChg chg="addSp modSp mod">
        <pc:chgData name="Sari Thaa" userId="01dafee48578bd57" providerId="LiveId" clId="{10B47D26-EEAC-480D-82C7-38247AEBD8AE}" dt="2026-05-04T17:57:26.390" v="201" actId="14100"/>
        <pc:sldMkLst>
          <pc:docMk/>
          <pc:sldMk cId="0" sldId="262"/>
        </pc:sldMkLst>
        <pc:spChg chg="mod">
          <ac:chgData name="Sari Thaa" userId="01dafee48578bd57" providerId="LiveId" clId="{10B47D26-EEAC-480D-82C7-38247AEBD8AE}" dt="2026-05-04T17:57:08.086" v="197" actId="113"/>
          <ac:spMkLst>
            <pc:docMk/>
            <pc:sldMk cId="0" sldId="262"/>
            <ac:spMk id="50" creationId="{D04F3B99-A5D2-54DC-51CD-4E86A99D3EA2}"/>
          </ac:spMkLst>
        </pc:spChg>
        <pc:picChg chg="add mod modCrop">
          <ac:chgData name="Sari Thaa" userId="01dafee48578bd57" providerId="LiveId" clId="{10B47D26-EEAC-480D-82C7-38247AEBD8AE}" dt="2026-05-04T17:57:26.390" v="201" actId="14100"/>
          <ac:picMkLst>
            <pc:docMk/>
            <pc:sldMk cId="0" sldId="262"/>
            <ac:picMk id="3" creationId="{1CFF196B-D706-91F8-1E4F-5C23712A90CC}"/>
          </ac:picMkLst>
        </pc:picChg>
      </pc:sldChg>
      <pc:sldChg chg="modSp mod">
        <pc:chgData name="Sari Thaa" userId="01dafee48578bd57" providerId="LiveId" clId="{10B47D26-EEAC-480D-82C7-38247AEBD8AE}" dt="2026-05-04T17:33:59.566" v="130" actId="113"/>
        <pc:sldMkLst>
          <pc:docMk/>
          <pc:sldMk cId="0" sldId="263"/>
        </pc:sldMkLst>
        <pc:spChg chg="mod">
          <ac:chgData name="Sari Thaa" userId="01dafee48578bd57" providerId="LiveId" clId="{10B47D26-EEAC-480D-82C7-38247AEBD8AE}" dt="2026-05-04T17:33:59.566" v="130" actId="113"/>
          <ac:spMkLst>
            <pc:docMk/>
            <pc:sldMk cId="0" sldId="263"/>
            <ac:spMk id="48" creationId="{26E9F5F9-CCF8-6F05-4C01-034C88D7529E}"/>
          </ac:spMkLst>
        </pc:spChg>
      </pc:sldChg>
      <pc:sldChg chg="modSp mod">
        <pc:chgData name="Sari Thaa" userId="01dafee48578bd57" providerId="LiveId" clId="{10B47D26-EEAC-480D-82C7-38247AEBD8AE}" dt="2026-05-04T17:34:59.878" v="138" actId="113"/>
        <pc:sldMkLst>
          <pc:docMk/>
          <pc:sldMk cId="0" sldId="264"/>
        </pc:sldMkLst>
        <pc:spChg chg="mod">
          <ac:chgData name="Sari Thaa" userId="01dafee48578bd57" providerId="LiveId" clId="{10B47D26-EEAC-480D-82C7-38247AEBD8AE}" dt="2026-05-04T17:34:59.878" v="138" actId="113"/>
          <ac:spMkLst>
            <pc:docMk/>
            <pc:sldMk cId="0" sldId="264"/>
            <ac:spMk id="44" creationId="{9304C197-EAC7-7A26-FAED-ED7302DBEC6E}"/>
          </ac:spMkLst>
        </pc:spChg>
      </pc:sldChg>
      <pc:sldChg chg="addSp modSp mod">
        <pc:chgData name="Sari Thaa" userId="01dafee48578bd57" providerId="LiveId" clId="{10B47D26-EEAC-480D-82C7-38247AEBD8AE}" dt="2026-05-04T18:15:25.347" v="252" actId="255"/>
        <pc:sldMkLst>
          <pc:docMk/>
          <pc:sldMk cId="47544820" sldId="267"/>
        </pc:sldMkLst>
        <pc:spChg chg="add mod">
          <ac:chgData name="Sari Thaa" userId="01dafee48578bd57" providerId="LiveId" clId="{10B47D26-EEAC-480D-82C7-38247AEBD8AE}" dt="2026-05-04T18:15:25.347" v="252" actId="255"/>
          <ac:spMkLst>
            <pc:docMk/>
            <pc:sldMk cId="47544820" sldId="267"/>
            <ac:spMk id="4" creationId="{87DD7C06-5CFD-B910-9AE9-A5829951025D}"/>
          </ac:spMkLst>
        </pc:spChg>
        <pc:picChg chg="add mod modCrop">
          <ac:chgData name="Sari Thaa" userId="01dafee48578bd57" providerId="LiveId" clId="{10B47D26-EEAC-480D-82C7-38247AEBD8AE}" dt="2026-05-04T18:14:52.194" v="244" actId="732"/>
          <ac:picMkLst>
            <pc:docMk/>
            <pc:sldMk cId="47544820" sldId="267"/>
            <ac:picMk id="3" creationId="{615CFC9B-9DBF-4948-A96C-AB1436ED85B7}"/>
          </ac:picMkLst>
        </pc:picChg>
      </pc:sldChg>
      <pc:sldChg chg="addSp modSp mod">
        <pc:chgData name="Sari Thaa" userId="01dafee48578bd57" providerId="LiveId" clId="{10B47D26-EEAC-480D-82C7-38247AEBD8AE}" dt="2026-05-04T18:17:10.856" v="268" actId="255"/>
        <pc:sldMkLst>
          <pc:docMk/>
          <pc:sldMk cId="84889951" sldId="268"/>
        </pc:sldMkLst>
        <pc:spChg chg="add mod">
          <ac:chgData name="Sari Thaa" userId="01dafee48578bd57" providerId="LiveId" clId="{10B47D26-EEAC-480D-82C7-38247AEBD8AE}" dt="2026-05-04T18:17:10.856" v="268" actId="255"/>
          <ac:spMkLst>
            <pc:docMk/>
            <pc:sldMk cId="84889951" sldId="268"/>
            <ac:spMk id="4" creationId="{4B3F9076-C436-22D2-DC00-411E6E1E49DE}"/>
          </ac:spMkLst>
        </pc:spChg>
        <pc:picChg chg="add mod">
          <ac:chgData name="Sari Thaa" userId="01dafee48578bd57" providerId="LiveId" clId="{10B47D26-EEAC-480D-82C7-38247AEBD8AE}" dt="2026-05-04T18:08:45.304" v="225" actId="14100"/>
          <ac:picMkLst>
            <pc:docMk/>
            <pc:sldMk cId="84889951" sldId="268"/>
            <ac:picMk id="3" creationId="{E2ABAE1C-5694-8C61-2F5E-643F5FA6BF76}"/>
          </ac:picMkLst>
        </pc:picChg>
      </pc:sldChg>
      <pc:sldChg chg="addSp delSp modSp mod">
        <pc:chgData name="Sari Thaa" userId="01dafee48578bd57" providerId="LiveId" clId="{10B47D26-EEAC-480D-82C7-38247AEBD8AE}" dt="2026-05-04T18:13:59.979" v="242" actId="255"/>
        <pc:sldMkLst>
          <pc:docMk/>
          <pc:sldMk cId="3981187392" sldId="269"/>
        </pc:sldMkLst>
        <pc:spChg chg="add mod">
          <ac:chgData name="Sari Thaa" userId="01dafee48578bd57" providerId="LiveId" clId="{10B47D26-EEAC-480D-82C7-38247AEBD8AE}" dt="2026-05-04T18:13:59.979" v="242" actId="255"/>
          <ac:spMkLst>
            <pc:docMk/>
            <pc:sldMk cId="3981187392" sldId="269"/>
            <ac:spMk id="4" creationId="{5B4D9EB3-BFA5-634F-CA0E-8672ADA6E051}"/>
          </ac:spMkLst>
        </pc:spChg>
        <pc:spChg chg="del mod">
          <ac:chgData name="Sari Thaa" userId="01dafee48578bd57" providerId="LiveId" clId="{10B47D26-EEAC-480D-82C7-38247AEBD8AE}" dt="2026-05-04T18:04:38.292" v="207"/>
          <ac:spMkLst>
            <pc:docMk/>
            <pc:sldMk cId="3981187392" sldId="269"/>
            <ac:spMk id="44" creationId="{746F2C30-13B1-3754-C147-D58A899BC459}"/>
          </ac:spMkLst>
        </pc:spChg>
        <pc:picChg chg="add mod">
          <ac:chgData name="Sari Thaa" userId="01dafee48578bd57" providerId="LiveId" clId="{10B47D26-EEAC-480D-82C7-38247AEBD8AE}" dt="2026-05-04T18:04:14.443" v="205" actId="14100"/>
          <ac:picMkLst>
            <pc:docMk/>
            <pc:sldMk cId="3981187392" sldId="269"/>
            <ac:picMk id="3" creationId="{E312C0F0-0422-3F2A-187E-3210676AF10B}"/>
          </ac:picMkLst>
        </pc:picChg>
      </pc:sldChg>
      <pc:sldChg chg="addSp modSp mod">
        <pc:chgData name="Sari Thaa" userId="01dafee48578bd57" providerId="LiveId" clId="{10B47D26-EEAC-480D-82C7-38247AEBD8AE}" dt="2026-05-04T17:36:51.160" v="154" actId="12"/>
        <pc:sldMkLst>
          <pc:docMk/>
          <pc:sldMk cId="1838976791" sldId="270"/>
        </pc:sldMkLst>
        <pc:spChg chg="add mod">
          <ac:chgData name="Sari Thaa" userId="01dafee48578bd57" providerId="LiveId" clId="{10B47D26-EEAC-480D-82C7-38247AEBD8AE}" dt="2026-05-04T17:36:51.160" v="154" actId="12"/>
          <ac:spMkLst>
            <pc:docMk/>
            <pc:sldMk cId="1838976791" sldId="270"/>
            <ac:spMk id="3" creationId="{C94CA4EA-31C8-4811-8630-CF4EDBAF59FC}"/>
          </ac:spMkLst>
        </pc:spChg>
      </pc:sldChg>
      <pc:sldChg chg="addSp delSp modSp add mod">
        <pc:chgData name="Sari Thaa" userId="01dafee48578bd57" providerId="LiveId" clId="{10B47D26-EEAC-480D-82C7-38247AEBD8AE}" dt="2026-05-04T17:49:26.881" v="173" actId="1076"/>
        <pc:sldMkLst>
          <pc:docMk/>
          <pc:sldMk cId="4080267265" sldId="271"/>
        </pc:sldMkLst>
        <pc:spChg chg="add mod">
          <ac:chgData name="Sari Thaa" userId="01dafee48578bd57" providerId="LiveId" clId="{10B47D26-EEAC-480D-82C7-38247AEBD8AE}" dt="2026-05-04T17:48:08.618" v="158" actId="14100"/>
          <ac:spMkLst>
            <pc:docMk/>
            <pc:sldMk cId="4080267265" sldId="271"/>
            <ac:spMk id="2" creationId="{E44FF0F3-6227-202B-4104-9BAAE6889B97}"/>
          </ac:spMkLst>
        </pc:spChg>
        <pc:spChg chg="add del mod">
          <ac:chgData name="Sari Thaa" userId="01dafee48578bd57" providerId="LiveId" clId="{10B47D26-EEAC-480D-82C7-38247AEBD8AE}" dt="2026-05-04T17:49:20.001" v="171"/>
          <ac:spMkLst>
            <pc:docMk/>
            <pc:sldMk cId="4080267265" sldId="271"/>
            <ac:spMk id="3" creationId="{1AAD76FE-641E-C28A-1376-E628AD3E502A}"/>
          </ac:spMkLst>
        </pc:spChg>
        <pc:spChg chg="add">
          <ac:chgData name="Sari Thaa" userId="01dafee48578bd57" providerId="LiveId" clId="{10B47D26-EEAC-480D-82C7-38247AEBD8AE}" dt="2026-05-04T17:48:19.257" v="163"/>
          <ac:spMkLst>
            <pc:docMk/>
            <pc:sldMk cId="4080267265" sldId="271"/>
            <ac:spMk id="4" creationId="{E73B6F2E-963E-D080-FA2E-C767EB92D3B9}"/>
          </ac:spMkLst>
        </pc:spChg>
        <pc:spChg chg="add">
          <ac:chgData name="Sari Thaa" userId="01dafee48578bd57" providerId="LiveId" clId="{10B47D26-EEAC-480D-82C7-38247AEBD8AE}" dt="2026-05-04T17:48:39.428" v="164"/>
          <ac:spMkLst>
            <pc:docMk/>
            <pc:sldMk cId="4080267265" sldId="271"/>
            <ac:spMk id="32" creationId="{76E8BB0B-5190-8970-74AE-0AF3211ABF64}"/>
          </ac:spMkLst>
        </pc:spChg>
        <pc:spChg chg="del mod">
          <ac:chgData name="Sari Thaa" userId="01dafee48578bd57" providerId="LiveId" clId="{10B47D26-EEAC-480D-82C7-38247AEBD8AE}" dt="2026-05-04T17:48:09.634" v="160"/>
          <ac:spMkLst>
            <pc:docMk/>
            <pc:sldMk cId="4080267265" sldId="271"/>
            <ac:spMk id="43" creationId="{8AE5C41E-7780-8F03-68CE-E20F45C533A5}"/>
          </ac:spMkLst>
        </pc:spChg>
        <pc:picChg chg="add mod modCrop">
          <ac:chgData name="Sari Thaa" userId="01dafee48578bd57" providerId="LiveId" clId="{10B47D26-EEAC-480D-82C7-38247AEBD8AE}" dt="2026-05-04T17:49:26.881" v="173" actId="1076"/>
          <ac:picMkLst>
            <pc:docMk/>
            <pc:sldMk cId="4080267265" sldId="271"/>
            <ac:picMk id="34" creationId="{4455612B-F7CC-259B-FA8F-95154E38FF96}"/>
          </ac:picMkLst>
        </pc:picChg>
      </pc:sldChg>
      <pc:sldChg chg="new del">
        <pc:chgData name="Sari Thaa" userId="01dafee48578bd57" providerId="LiveId" clId="{10B47D26-EEAC-480D-82C7-38247AEBD8AE}" dt="2026-05-04T18:06:50.038" v="213" actId="680"/>
        <pc:sldMkLst>
          <pc:docMk/>
          <pc:sldMk cId="1238369937" sldId="272"/>
        </pc:sldMkLst>
      </pc:sldChg>
      <pc:sldChg chg="addSp modSp add mod ord">
        <pc:chgData name="Sari Thaa" userId="01dafee48578bd57" providerId="LiveId" clId="{10B47D26-EEAC-480D-82C7-38247AEBD8AE}" dt="2026-05-04T18:16:20.075" v="261" actId="255"/>
        <pc:sldMkLst>
          <pc:docMk/>
          <pc:sldMk cId="4239981352" sldId="272"/>
        </pc:sldMkLst>
        <pc:spChg chg="add mod">
          <ac:chgData name="Sari Thaa" userId="01dafee48578bd57" providerId="LiveId" clId="{10B47D26-EEAC-480D-82C7-38247AEBD8AE}" dt="2026-05-04T18:16:20.075" v="261" actId="255"/>
          <ac:spMkLst>
            <pc:docMk/>
            <pc:sldMk cId="4239981352" sldId="272"/>
            <ac:spMk id="4" creationId="{08F8188A-0109-90A7-5670-DCCB66A5DC57}"/>
          </ac:spMkLst>
        </pc:spChg>
        <pc:picChg chg="add mod modCrop">
          <ac:chgData name="Sari Thaa" userId="01dafee48578bd57" providerId="LiveId" clId="{10B47D26-EEAC-480D-82C7-38247AEBD8AE}" dt="2026-05-04T18:15:57.395" v="255" actId="14100"/>
          <ac:picMkLst>
            <pc:docMk/>
            <pc:sldMk cId="4239981352" sldId="272"/>
            <ac:picMk id="3" creationId="{D57F4C97-F415-875E-20D7-13D7BE196B01}"/>
          </ac:picMkLst>
        </pc:picChg>
      </pc:sldChg>
      <pc:sldChg chg="addSp modSp add mod">
        <pc:chgData name="Sari Thaa" userId="01dafee48578bd57" providerId="LiveId" clId="{10B47D26-EEAC-480D-82C7-38247AEBD8AE}" dt="2026-05-04T18:18:03.681" v="276" actId="255"/>
        <pc:sldMkLst>
          <pc:docMk/>
          <pc:sldMk cId="2778917309" sldId="273"/>
        </pc:sldMkLst>
        <pc:spChg chg="add mod">
          <ac:chgData name="Sari Thaa" userId="01dafee48578bd57" providerId="LiveId" clId="{10B47D26-EEAC-480D-82C7-38247AEBD8AE}" dt="2026-05-04T18:18:03.681" v="276" actId="255"/>
          <ac:spMkLst>
            <pc:docMk/>
            <pc:sldMk cId="2778917309" sldId="273"/>
            <ac:spMk id="4" creationId="{9508A72E-CCBF-C52C-3DB4-B65F6E6566F1}"/>
          </ac:spMkLst>
        </pc:spChg>
        <pc:picChg chg="add mod">
          <ac:chgData name="Sari Thaa" userId="01dafee48578bd57" providerId="LiveId" clId="{10B47D26-EEAC-480D-82C7-38247AEBD8AE}" dt="2026-05-04T18:17:24.160" v="270" actId="14100"/>
          <ac:picMkLst>
            <pc:docMk/>
            <pc:sldMk cId="2778917309" sldId="273"/>
            <ac:picMk id="3" creationId="{B6BEA6E8-C0AA-A4C7-4A8D-FAE49C7122BC}"/>
          </ac:picMkLst>
        </pc:picChg>
      </pc:sldChg>
      <pc:sldChg chg="addSp delSp modSp add mod">
        <pc:chgData name="Sari Thaa" userId="01dafee48578bd57" providerId="LiveId" clId="{10B47D26-EEAC-480D-82C7-38247AEBD8AE}" dt="2026-05-04T18:18:56.763" v="291" actId="255"/>
        <pc:sldMkLst>
          <pc:docMk/>
          <pc:sldMk cId="3597609840" sldId="274"/>
        </pc:sldMkLst>
        <pc:spChg chg="add mod">
          <ac:chgData name="Sari Thaa" userId="01dafee48578bd57" providerId="LiveId" clId="{10B47D26-EEAC-480D-82C7-38247AEBD8AE}" dt="2026-05-04T18:18:56.763" v="291" actId="255"/>
          <ac:spMkLst>
            <pc:docMk/>
            <pc:sldMk cId="3597609840" sldId="274"/>
            <ac:spMk id="5" creationId="{970EE812-04A0-474A-792F-D90E59BA58FB}"/>
          </ac:spMkLst>
        </pc:spChg>
        <pc:picChg chg="del">
          <ac:chgData name="Sari Thaa" userId="01dafee48578bd57" providerId="LiveId" clId="{10B47D26-EEAC-480D-82C7-38247AEBD8AE}" dt="2026-05-04T18:11:11.764" v="232" actId="478"/>
          <ac:picMkLst>
            <pc:docMk/>
            <pc:sldMk cId="3597609840" sldId="274"/>
            <ac:picMk id="3" creationId="{F2B44149-D602-43F9-5D40-C0BDDBC68B65}"/>
          </ac:picMkLst>
        </pc:picChg>
        <pc:picChg chg="add mod">
          <ac:chgData name="Sari Thaa" userId="01dafee48578bd57" providerId="LiveId" clId="{10B47D26-EEAC-480D-82C7-38247AEBD8AE}" dt="2026-05-04T18:18:19.491" v="277" actId="14100"/>
          <ac:picMkLst>
            <pc:docMk/>
            <pc:sldMk cId="3597609840" sldId="274"/>
            <ac:picMk id="4" creationId="{51EBA2BE-F040-DCC0-2B61-4F288296B049}"/>
          </ac:picMkLst>
        </pc:picChg>
      </pc:sldChg>
      <pc:sldChg chg="new del">
        <pc:chgData name="Sari Thaa" userId="01dafee48578bd57" providerId="LiveId" clId="{10B47D26-EEAC-480D-82C7-38247AEBD8AE}" dt="2026-05-04T18:13:16.941" v="235" actId="680"/>
        <pc:sldMkLst>
          <pc:docMk/>
          <pc:sldMk cId="3251990975" sldId="27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194AAA3-5CF4-E695-04C9-0894FFF6F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443" y="196689"/>
            <a:ext cx="4752247" cy="136061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B0EB85C-D9CE-08DC-1131-77C9DD1A002D}"/>
              </a:ext>
            </a:extLst>
          </p:cNvPr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Vel Tech Rangarajan Dr. Sagunthala R&amp;D Institute of Science and Technology</a:t>
            </a:r>
          </a:p>
          <a:p>
            <a:pPr algn="ctr"/>
            <a:r>
              <a:rPr lang="en-US" sz="3600" b="1" dirty="0">
                <a:latin typeface="Cambria" panose="02040503050406030204" pitchFamily="18" charset="0"/>
                <a:ea typeface="Cambria" panose="02040503050406030204" pitchFamily="18" charset="0"/>
              </a:rPr>
              <a:t>School of Computing 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Department of Computer Science and Engineering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785AF5-58C8-2624-E1FD-4723B0683DE6}"/>
              </a:ext>
            </a:extLst>
          </p:cNvPr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33CC"/>
                </a:solidFill>
                <a:latin typeface="Bookman Old Style" panose="02050604050505020204" pitchFamily="18" charset="0"/>
              </a:rPr>
              <a:t>10211CS224 / FULL STACK APPLICATION DEVELOPMENT (JAVA)</a:t>
            </a:r>
            <a:endParaRPr lang="en-IN" sz="2800" b="1" dirty="0">
              <a:solidFill>
                <a:srgbClr val="0033CC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C53BF-3850-6683-E07F-D595EC8B02B2}"/>
              </a:ext>
            </a:extLst>
          </p:cNvPr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REVIEW : FINAL PROJECT </a:t>
            </a:r>
          </a:p>
          <a:p>
            <a:pPr algn="ctr"/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Date: 06\05\2026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FE0DA2-4723-7C13-5FD7-FC99B0394DDD}"/>
              </a:ext>
            </a:extLst>
          </p:cNvPr>
          <p:cNvSpPr txBox="1"/>
          <p:nvPr/>
        </p:nvSpPr>
        <p:spPr>
          <a:xfrm>
            <a:off x="1501640" y="6057900"/>
            <a:ext cx="15784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Educational Event Management Using Spring MVC</a:t>
            </a:r>
            <a:endParaRPr lang="en-IN" sz="32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8EEF4A-EB43-B7D9-87FC-7C7D752BCA78}"/>
              </a:ext>
            </a:extLst>
          </p:cNvPr>
          <p:cNvSpPr txBox="1"/>
          <p:nvPr/>
        </p:nvSpPr>
        <p:spPr>
          <a:xfrm>
            <a:off x="893870" y="7800539"/>
            <a:ext cx="9067800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Presented By:</a:t>
            </a:r>
          </a:p>
          <a:p>
            <a:pPr>
              <a:lnSpc>
                <a:spcPct val="150000"/>
              </a:lnSpc>
            </a:pP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A.Dhanunjaya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 – VTU25920 – 23UECS0644.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32D1A-2F9C-AC53-CCBD-ABF748DF236F}"/>
              </a:ext>
            </a:extLst>
          </p:cNvPr>
          <p:cNvSpPr txBox="1"/>
          <p:nvPr/>
        </p:nvSpPr>
        <p:spPr>
          <a:xfrm>
            <a:off x="10945035" y="7818586"/>
            <a:ext cx="6914603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Courses Handling Faculty:</a:t>
            </a:r>
          </a:p>
          <a:p>
            <a:pPr>
              <a:lnSpc>
                <a:spcPct val="150000"/>
              </a:lnSpc>
            </a:pP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Dr .S . HEMAMALINI –M.E.,</a:t>
            </a: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Ph.D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.,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A51DE-E8D7-A1B4-BC0D-B25C8A0C467A}"/>
              </a:ext>
            </a:extLst>
          </p:cNvPr>
          <p:cNvSpPr txBox="1"/>
          <p:nvPr/>
        </p:nvSpPr>
        <p:spPr>
          <a:xfrm>
            <a:off x="2209800" y="6972300"/>
            <a:ext cx="14743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SDG 4 – Quality Education,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SDG 9 – Industry, Innovation and Infrastructure</a:t>
            </a:r>
            <a:endParaRPr lang="en-IN" sz="2000" b="1" dirty="0">
              <a:latin typeface="Times New Roman" panose="020206030504050203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706082" y="1952203"/>
            <a:ext cx="992463" cy="99246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8235" y="4447339"/>
            <a:ext cx="508158" cy="543805"/>
            <a:chOff x="0" y="0"/>
            <a:chExt cx="812800" cy="8698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48235" y="3107362"/>
            <a:ext cx="508158" cy="543805"/>
            <a:chOff x="0" y="0"/>
            <a:chExt cx="812800" cy="869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8235" y="5115753"/>
            <a:ext cx="508158" cy="543805"/>
            <a:chOff x="0" y="0"/>
            <a:chExt cx="812800" cy="869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8235" y="3776486"/>
            <a:ext cx="508158" cy="543805"/>
            <a:chOff x="0" y="0"/>
            <a:chExt cx="812800" cy="86981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8235" y="6455730"/>
            <a:ext cx="508158" cy="543805"/>
            <a:chOff x="0" y="0"/>
            <a:chExt cx="812800" cy="86981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8235" y="5784877"/>
            <a:ext cx="508158" cy="543805"/>
            <a:chOff x="0" y="0"/>
            <a:chExt cx="812800" cy="86981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8235" y="7123361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8235" y="7790991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796552-E8BF-2718-F921-20F9BAE7EE98}"/>
              </a:ext>
            </a:extLst>
          </p:cNvPr>
          <p:cNvSpPr txBox="1"/>
          <p:nvPr/>
        </p:nvSpPr>
        <p:spPr>
          <a:xfrm>
            <a:off x="152400" y="342900"/>
            <a:ext cx="1813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7E9E58-77B6-079D-9D0D-E380CADAD23D}"/>
              </a:ext>
            </a:extLst>
          </p:cNvPr>
          <p:cNvSpPr txBox="1"/>
          <p:nvPr/>
        </p:nvSpPr>
        <p:spPr>
          <a:xfrm>
            <a:off x="2057400" y="1333500"/>
            <a:ext cx="15234725" cy="8463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Campus Event Management System is a web-based platform developed to automate the process of managing college events and student registrations.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event management in colleges often relies on manual announcements and record keeping, which leads to inefficiency and errors.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provides a centralized system for event creation, scheduling, registration, and participant tracking.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can browse available events, register online, and manage their participation.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 can create, update, and monitor events through a secure dashboard.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improves communication, reduces paperwork, and enhances event coordination.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designed using Spring Boot following MVC architecture for scalability and maintainability.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1" name="Group 11"/>
          <p:cNvGrpSpPr/>
          <p:nvPr/>
        </p:nvGrpSpPr>
        <p:grpSpPr>
          <a:xfrm>
            <a:off x="709357" y="2648112"/>
            <a:ext cx="992463" cy="99246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376253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8A7B8E9-D90B-1CF8-14D3-8D2483CAFC5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E2941C-1504-53F9-99B2-48002CA9A345}"/>
              </a:ext>
            </a:extLst>
          </p:cNvPr>
          <p:cNvSpPr txBox="1"/>
          <p:nvPr/>
        </p:nvSpPr>
        <p:spPr>
          <a:xfrm>
            <a:off x="2209800" y="1638300"/>
            <a:ext cx="1508232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educational institutions still manage campus events manually through notices, spreadsheets, and physical registration processes.</a:t>
            </a:r>
          </a:p>
          <a:p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causes delays, duplicate registrations, poor tracking of participants, and inefficient communication between organizers and students.</a:t>
            </a:r>
          </a:p>
          <a:p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no centralized platform for managing event details, registrations, and participation status.</a:t>
            </a: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Hence, a secure and automated web-based system is required to streamline campus event management and improve operational efficiency.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09357" y="3315742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5B915D36-EE4F-CB45-6DD3-E1B9C803EB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OBJECTIVE(S)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Freeform 10">
            <a:extLst>
              <a:ext uri="{FF2B5EF4-FFF2-40B4-BE49-F238E27FC236}">
                <a16:creationId xmlns:a16="http://schemas.microsoft.com/office/drawing/2014/main" id="{CC7EEF9B-9155-23B5-AEE9-85067B6C258B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A0A3A-1541-5EC0-5370-02DA282ABDDE}"/>
              </a:ext>
            </a:extLst>
          </p:cNvPr>
          <p:cNvSpPr txBox="1"/>
          <p:nvPr/>
        </p:nvSpPr>
        <p:spPr>
          <a:xfrm>
            <a:off x="2209800" y="1638300"/>
            <a:ext cx="1508232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and develop a secure web-based Campus Event Management System for managing events and student registrations efficiently.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automated event registration, tracking, and administrative control to improve campus event coordination.</a:t>
            </a:r>
            <a:endParaRPr lang="en-IN" sz="3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709357" y="3983373"/>
            <a:ext cx="992463" cy="992463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3315742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5" name="Freeform 10">
            <a:extLst>
              <a:ext uri="{FF2B5EF4-FFF2-40B4-BE49-F238E27FC236}">
                <a16:creationId xmlns:a16="http://schemas.microsoft.com/office/drawing/2014/main" id="{D5D1FD99-C9A7-927E-AD67-E70F11DBAAA2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218D14-8F44-8040-8BFD-49A59591F527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19716-1653-9AE0-442E-B3829A585B46}"/>
              </a:ext>
            </a:extLst>
          </p:cNvPr>
          <p:cNvSpPr txBox="1"/>
          <p:nvPr/>
        </p:nvSpPr>
        <p:spPr>
          <a:xfrm>
            <a:off x="2209800" y="1638300"/>
            <a:ext cx="15082325" cy="7940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centralized platform for campus event management.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 administrators to create, edit, and delete events.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students to view available events and register online.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 duplicate event registrations using validation mechanisms.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registration records in a structured database.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role-based secure authentication for admins and students.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dashboard views for monitoring events and registrations.</a:t>
            </a:r>
          </a:p>
          <a:p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efficiency, accuracy, and accessibility over manual systems.</a:t>
            </a:r>
            <a:endParaRPr lang="en-IN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id="{01BC0C31-7FCD-94EE-8B85-19FBC227565C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B3B85F-0C7B-16B9-6D50-94A4DFD2D192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F9D4B0-38FE-DBA4-164D-1745B68379A5}"/>
              </a:ext>
            </a:extLst>
          </p:cNvPr>
          <p:cNvSpPr txBox="1"/>
          <p:nvPr/>
        </p:nvSpPr>
        <p:spPr>
          <a:xfrm>
            <a:off x="2209800" y="1638300"/>
            <a:ext cx="15082325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login credentials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details entered by admin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requests from students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&amp; Authorization via Spring Security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logic handled by Service Layer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 of event and registration data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Exception handling for duplicate/invalid operations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Students, Events, and Registrations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Managed using JPA Repositories</a:t>
            </a: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Listings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Confirmation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Dashboard Reports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Registered Events View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6A3EF4-DFB5-A63F-950D-78D71744D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1B370CAE-5575-C2C4-C5B6-85A17C857F0F}"/>
              </a:ext>
            </a:extLst>
          </p:cNvPr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EC78649-CC92-6613-ECC6-58035B8EE6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EB66E781-0A35-694E-F7C2-822BFC424E5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0AA11119-19AB-0CE5-D2D7-2175395D677E}"/>
              </a:ext>
            </a:extLst>
          </p:cNvPr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45F7D2A-BB7E-DC1C-F11E-39D186B7567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4DDBF25-F110-1B2A-AF3B-68AB8859F80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9713F71D-4391-B25F-A2FB-E8D77056A476}"/>
              </a:ext>
            </a:extLst>
          </p:cNvPr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CB05833-C653-54A3-20C8-5576D90136D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F4BD226-9AD6-C903-A9F8-6CEE7BD940A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CFEA2206-35C0-6DCD-3D68-7373E27F2FBC}"/>
              </a:ext>
            </a:extLst>
          </p:cNvPr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92BE1C9-E1FE-59CE-8495-8577822E24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81028149-1214-154D-9B9A-415481E30C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48BDA3FC-2460-B027-FF2E-B90AF6DEB62C}"/>
              </a:ext>
            </a:extLst>
          </p:cNvPr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87B40C3B-8FF6-7929-2158-F56B8F27019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71D427A8-7522-E972-76DF-68684EFDDA3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0CF25D2F-17CC-B096-E382-8A20FEB8D241}"/>
              </a:ext>
            </a:extLst>
          </p:cNvPr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145F77FC-69CB-D3EC-4F79-4B715B295AF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D23D5AAA-742C-AB40-FD15-620AF1BE477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718A6490-2647-7CE3-50E8-E59E22E029C5}"/>
              </a:ext>
            </a:extLst>
          </p:cNvPr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8B4A49A0-C187-1927-8643-B197CFAA876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DC835AD8-7CD8-3FAB-A45C-B2DF1345644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EE69AC25-075A-EBE2-712A-9D6574D0815C}"/>
              </a:ext>
            </a:extLst>
          </p:cNvPr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13C3C7A3-9B48-B847-0D12-DA8A01CD105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EE02391D-7A08-FEAA-CC9E-9EF08B9AF48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3395389A-1081-296B-8037-8779EF166927}"/>
              </a:ext>
            </a:extLst>
          </p:cNvPr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E1A8F69F-68DA-962A-1601-204EFC9CFF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28397A7C-E801-C656-F47A-759FA06A3E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41ECA0C9-56F4-C8F1-C383-DA8AA824D137}"/>
              </a:ext>
            </a:extLst>
          </p:cNvPr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2015DFF2-A52C-82CB-18AF-F79F8DAA0B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EAFDDB1E-D9CC-3BB3-E341-1C9BC016AB7C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id="{C0F6B8C2-C1C8-BBEA-7469-F1BF8212287A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68E793-6DDF-3FE4-0DC8-FC48AC62131F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AutoShape 2" descr="Campus event management system diagram">
            <a:extLst>
              <a:ext uri="{FF2B5EF4-FFF2-40B4-BE49-F238E27FC236}">
                <a16:creationId xmlns:a16="http://schemas.microsoft.com/office/drawing/2014/main" id="{E44FF0F3-6227-202B-4104-9BAAE6889B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620000" y="3619500"/>
            <a:ext cx="167640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55612B-F7CC-259B-FA8F-95154E38FF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66"/>
          <a:stretch>
            <a:fillRect/>
          </a:stretch>
        </p:blipFill>
        <p:spPr>
          <a:xfrm>
            <a:off x="2189218" y="1498925"/>
            <a:ext cx="14935575" cy="811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2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3663A130-069F-2D83-78E7-4DA0FE7AAC6E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156733-A733-69AA-7523-59650E125994}"/>
              </a:ext>
            </a:extLst>
          </p:cNvPr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4F3B99-A5D2-54DC-51CD-4E86A99D3EA2}"/>
              </a:ext>
            </a:extLst>
          </p:cNvPr>
          <p:cNvSpPr txBox="1"/>
          <p:nvPr/>
        </p:nvSpPr>
        <p:spPr>
          <a:xfrm>
            <a:off x="2209800" y="1638300"/>
            <a:ext cx="1508232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b="1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FF196B-D706-91F8-1E4F-5C23712A90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44"/>
          <a:stretch>
            <a:fillRect/>
          </a:stretch>
        </p:blipFill>
        <p:spPr>
          <a:xfrm>
            <a:off x="2180492" y="1485900"/>
            <a:ext cx="14278708" cy="853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9"/>
          <p:cNvGrpSpPr/>
          <p:nvPr/>
        </p:nvGrpSpPr>
        <p:grpSpPr>
          <a:xfrm>
            <a:off x="735588" y="5976927"/>
            <a:ext cx="992463" cy="992463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307389F6-23D0-83F6-DD02-F20D61DADE76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ED097B-FECF-66E6-2A98-0F8B4D948FC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E9F5F9-CCF8-6F05-4C01-034C88D7529E}"/>
              </a:ext>
            </a:extLst>
          </p:cNvPr>
          <p:cNvSpPr txBox="1"/>
          <p:nvPr/>
        </p:nvSpPr>
        <p:spPr>
          <a:xfrm>
            <a:off x="2176975" y="1637131"/>
            <a:ext cx="15082325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</a:p>
          <a:p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HTML,CSS,JavaScript,Thymeleaf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Template Engine</a:t>
            </a: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</a:p>
          <a:p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Java,Spring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Boot,Spring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MVC,Spring</a:t>
            </a:r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Security</a:t>
            </a: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en-IN" sz="3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code,Maven</a:t>
            </a:r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Hardware/Software Requirements: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Minimum 8GB RAM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JDK 17+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 Server</a:t>
            </a:r>
          </a:p>
          <a:p>
            <a:r>
              <a:rPr lang="en-IN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Web Browser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A1BCE7C-890E-A01E-691E-1D3D07CF6333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4C197-EAC7-7A26-FAED-ED7302DBEC6E}"/>
              </a:ext>
            </a:extLst>
          </p:cNvPr>
          <p:cNvSpPr txBox="1"/>
          <p:nvPr/>
        </p:nvSpPr>
        <p:spPr>
          <a:xfrm>
            <a:off x="2209800" y="16383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1: Student Management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student login, registration, dashboard access, and event participation tracking.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2: Event Management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administrators to create, update, delete, and manage event details.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3: Registration Management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 student event registrations with duplicate registration prevention.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4: Admin Dashboard &amp; Analytics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event statistics, participant counts, and registration overview.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5: Chatbot Assistance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automated chatbot support for user queries and navigation help.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FBA1B-7EE7-47B6-41F3-C4B61A9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8CD5C70-566B-9213-9F31-546BB621CCAF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EBAE7EB-82E8-3AF5-3C43-EA7688F732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5294143A-C171-B89D-02DF-136CB32B43C9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11A371D-2A07-AABC-E66C-143D37E0F12C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7BDC7D-6911-7D85-E73A-2061DE32440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6DEA2241-E6A3-8051-F424-21070A5DF29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DD3D6A9-1C97-9943-C984-B50356BAE3F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BB1489C-F4F8-D62E-3AD9-3CAA028A426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4A64A6E-EA7C-DFF0-C280-5041CD8B135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E5FF856-5043-C428-B45A-4C00BF9D3418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FC7AF72-B76A-8AD8-7E70-BDE8837D662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F6C277EF-EDEF-0F79-B4B2-AB1B3E58301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A32CD2C6-1D06-729E-1157-B2EAAEA172A4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222D7EA-F7CE-B4F5-4D06-02860C5AC3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7F695A3-7B3D-00FE-26D6-E53B473BCF1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A8D3527-DD17-232E-3ECB-BDBFC0FF3DE7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C3EBC87-5F86-657B-5C0D-7DFFB3C428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5638183B-03CC-91E5-1C67-EAD126FB6DA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C4C8B82-0B52-9912-DBAF-71546B2F401E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71F41C0-C399-6E94-B393-623F6ED78C3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5375A05-CD15-FECF-CF37-72BD8B495C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FFA9D0CA-D989-1DF0-9CD9-7BB1BF37D00D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D72D40E-C3C8-1774-56F7-396EA1F546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A94558C-EEEF-6159-C648-7ED1F2545B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8A0868D-7450-B2DC-5A6A-A607E39122E3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27C0AD0-E7DC-50B1-90B8-A6B2DA72DDA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9B60539C-7696-ACA6-9070-BC481578187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0A2A8C1-A254-99B6-B7B0-C5A8A5BB008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814A5FC-F17C-8D1A-04C8-1ED6A2AE0E6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EC11913-1FC3-79C0-FB94-72486D9673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6CB89B22-25E1-321C-5A74-15CF8EBC7CA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5C6402D-9C63-51C1-99A9-4206C05377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C6A4DA-6D4B-3E6A-CF92-E543DD7AFBF5}"/>
              </a:ext>
            </a:extLst>
          </p:cNvPr>
          <p:cNvSpPr txBox="1"/>
          <p:nvPr/>
        </p:nvSpPr>
        <p:spPr>
          <a:xfrm>
            <a:off x="2209800" y="16383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(Add screenshots of: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Home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Login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Main module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Output page)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r>
              <a:rPr lang="en-US" sz="2800" dirty="0"/>
              <a:t>Explain each in 1–2 lines.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9981011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CF319D-58F2-DF9E-632A-90472F5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ADE101F0-A2BF-16E8-7BEC-541911EA95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3B1E5B-104E-DCD5-F042-8DABFE8225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46A8601-B4CB-7C78-2833-947EEC356CD7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8(A)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1C63788E-DB35-987D-1A89-4C3F169DF70E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76646B6-C6D6-F677-3CA9-56BE5CE444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CDDAA79-D530-F622-0CC8-ECE3E95F952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8227745F-FD1B-7135-E88E-D6B924C5CB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9292FA3-A80E-1540-0024-754AADCDB01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A8C7117-591A-F089-5F54-0229077FDE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9278237-7990-A997-2285-EB2F5BB4EF4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37C1434-DB0E-53EF-4140-56A0F3CD6EA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4FC388C1-59EC-CA17-BA41-9AF3AAD42D8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0F65A21-E49B-9858-6EAD-EBC3142E623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EFDE14F0-9F59-E35F-B5B7-45C77C56354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1181869-B448-2B7A-67F5-160B09C76D9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B27AB66-420C-E7D0-5891-910B564CA2C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0605CE2-624E-D2DA-6357-65C5FA138C6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DA9B1286-A8A4-091B-5AF9-F0B275F703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127DF020-AEA7-8D57-9411-90D58D65D05B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0BA2729-D580-CF8D-87CD-EE786F2E40E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0B6F8BA-7047-AE2A-DB03-E6846F9FAEA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5DE7324-71F9-1D79-AB1E-F9748165338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E780ED4E-44DF-E344-CCEA-834D1374F6A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C7D9CD8-E54E-AD67-D59B-5D4A37A1B41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3560347-DE50-10F7-9905-7228E593D28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B9E463A-B010-8D72-6350-7242CB0AA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C15BE220-858E-1446-5B56-D3329A06A9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8F156A3-70B1-1344-389E-4B3C64CA921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A36A5C58-00A3-2FE9-36E4-D92AAF44A0F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BADF0EED-F663-F70E-9BB3-C0F576114D0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54542349-F329-7DA6-DBD4-7EFA939B989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6CAD810-8433-9B89-E144-29986E25063F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12C0F0-0422-3F2A-187E-3210676AF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0664" y="1759927"/>
            <a:ext cx="13526672" cy="54409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4D9EB3-BFA5-634F-CA0E-8672ADA6E051}"/>
              </a:ext>
            </a:extLst>
          </p:cNvPr>
          <p:cNvSpPr txBox="1"/>
          <p:nvPr/>
        </p:nvSpPr>
        <p:spPr>
          <a:xfrm>
            <a:off x="2343149" y="7630537"/>
            <a:ext cx="1175385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Home Page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welcome interface and navigation options for students and administrators.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118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4F051-5473-4E78-FEB2-59A87A5F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66BE183E-F015-FFD4-5C84-C25B4DCE490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AEC1772-D597-ACC7-7EF1-FF0460F37A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46839344-8B05-5C56-F0B1-64E24F45899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8(B)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3B54700-9ABF-8EDD-8B21-24A9248C53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99246F8-F6B5-2F2E-2FB4-FAE1DD41DCC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CDDD7B-8A9B-223F-951A-473D0C9404F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3E1A8FC-D0F1-BD05-9C14-C10EAE95E57E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EB5FB4E-3BF3-BC6A-6692-FE375141E4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38F8F103-F0A5-8F95-A139-8DBEBEF19C2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C558648-2D59-16EB-3098-EAF5DE978B1F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168779D-5467-4E78-AD1E-36B5A75A347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AFC0BB4-20A4-849D-A1E4-FA90A8DDCC7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700D33AC-D53D-0E96-8752-E5DA06AE57A5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4DABAFB-38B3-CE49-B21D-A496D7EC2A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E27A610-3BC0-BFBC-2A61-4C157B024EF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C0E28B4-531C-D2E1-F3C9-B5A98A28B69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C193347-3923-7F1F-A580-A7462B158EC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C5DDC20D-7BD0-E255-26F1-86A88AF67CF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9DBB21A1-CAFF-686E-D181-980219283F7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5531A9C5-B561-53EA-BF9A-3BE6A607C1B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8870C21-3327-4D63-FD34-36BC479967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4D7C3EBE-FA20-7E4C-13DD-84F1A98618F6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C1E3AE62-1B2B-FE1E-010C-A26C4F613A6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DA04BD5-C99C-980C-6593-EDEA378D6C3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77207A6-9552-432B-0793-EB6A88EE3C1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7447A1E-BA0C-26C0-C743-E590A55A65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D425BCC-6A0F-30CB-18E7-D1E21E871D9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35F87FC1-4854-F9D4-8104-40945AD6A772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C7CF20EF-980A-2D88-E968-DCB5B8BC6CF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A7A686B7-4E4C-A5FA-60CD-A6EFF9DEAD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3ECD8D52-6368-578C-BEB2-0B1BA37FD45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38323CF-7DCB-075F-B739-0F88472F060D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0EA81E-D408-1A06-6895-1BF3CA09E497}"/>
              </a:ext>
            </a:extLst>
          </p:cNvPr>
          <p:cNvSpPr txBox="1"/>
          <p:nvPr/>
        </p:nvSpPr>
        <p:spPr>
          <a:xfrm>
            <a:off x="2209800" y="1638300"/>
            <a:ext cx="150823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5CFC9B-9DBF-4948-A96C-AB1436ED85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205"/>
          <a:stretch>
            <a:fillRect/>
          </a:stretch>
        </p:blipFill>
        <p:spPr>
          <a:xfrm>
            <a:off x="2295508" y="1628884"/>
            <a:ext cx="12411091" cy="50482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DD7C06-5CFD-B910-9AE9-A5829951025D}"/>
              </a:ext>
            </a:extLst>
          </p:cNvPr>
          <p:cNvSpPr txBox="1"/>
          <p:nvPr/>
        </p:nvSpPr>
        <p:spPr>
          <a:xfrm>
            <a:off x="2295508" y="7170831"/>
            <a:ext cx="122586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secure authentication for users with role-based access.</a:t>
            </a:r>
          </a:p>
        </p:txBody>
      </p:sp>
    </p:spTree>
    <p:extLst>
      <p:ext uri="{BB962C8B-B14F-4D97-AF65-F5344CB8AC3E}">
        <p14:creationId xmlns:p14="http://schemas.microsoft.com/office/powerpoint/2010/main" val="47544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315DC7-F4FB-78B8-29CA-99478D40E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0C9EBCA0-8306-9639-9DB9-D11BABE69B2E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0C1D4E6-4C77-A69D-55FB-B236AE2BA8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33AFD24-C2AA-9BCA-AE35-AF0164181EDE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EE4CEF72-941F-031F-698F-9D870BBD0651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53FB85E8-77ED-D1A6-8F80-5C95D07BE8C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28A841B2-AFB5-0DA8-E638-2B3C7A38135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76478416-A570-721D-0FB4-DF99968088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2651A691-2D85-F27C-F848-AE4D18E5D2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9BA17FD2-2579-07E0-35E9-D8661419B0D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CE608C95-0CE8-4826-EAE6-F6C3771EE2E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E28B3158-D1F0-DDB6-2E21-9A7339C7AC5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BC19684C-445A-321D-E74D-D1B84D4928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C258EFD4-41BF-1332-CF32-16F6CDC4C608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6A0046A3-C6BB-FDFB-85D9-D59E7F8CCAA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A9821AFD-A052-1366-A3AB-EFCBEDA517C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1B5572E0-4B4C-F746-A0B5-F0359DD842C3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3B6AB339-F1E3-C773-51A1-C256BBEB3AB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D961CE0-BF8D-FA31-CC8A-7467713DF92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A4242B34-8E70-F0E8-3DA4-4EFDE47E0E00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8E310096-6D6D-6275-F814-C490DDA9121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D7DC397-B121-E071-22A4-6D9B8AB187E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7CB3D75B-C1DA-1844-4D28-C616721F198F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C95D1F68-9EDF-69CE-7A57-35346EEF563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8E6D37C-9DFC-291A-9B9F-7571764DB4E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38D2DE5-E185-4F43-576F-A1F62702DA9A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97EFC5B2-4ACD-3D2A-4B81-FD4532D364D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FB4D9926-048A-2C69-7123-F90F8DB8FE4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A42FACBF-573F-8DE7-0884-D374D69F7450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66578322-B5B5-D69B-09E9-14171D0C402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3D7209B9-6C71-F712-45AB-E1FC992BB25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BAF83409-84EA-F8BD-B9D3-5A88FB25E14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2536F0F-CA06-A93E-6886-05FD85555CD4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2C7777-0BFF-1AC2-F001-DFA458032332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7F4C97-F415-875E-20D7-13D7BE196B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082"/>
          <a:stretch>
            <a:fillRect/>
          </a:stretch>
        </p:blipFill>
        <p:spPr>
          <a:xfrm>
            <a:off x="2712410" y="2004211"/>
            <a:ext cx="14168468" cy="46729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F8188A-0109-90A7-5670-DCCB66A5DC57}"/>
              </a:ext>
            </a:extLst>
          </p:cNvPr>
          <p:cNvSpPr txBox="1"/>
          <p:nvPr/>
        </p:nvSpPr>
        <p:spPr>
          <a:xfrm>
            <a:off x="2758778" y="6677155"/>
            <a:ext cx="128168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Management Page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admin to manage all event-related operations.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9813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52AA6E-1A8C-A42D-344E-C811AB58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EB7F1E1F-336A-607D-2868-6C57FF54EB44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3528BA9-EE0E-A6F8-4A8C-6DFC964B20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E25C449-B344-E643-12F7-C89DEE4255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4C22D2BC-F5CA-423B-6FD6-94172693045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6670B32-1168-757A-3D40-FDD55687DCF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D3BB7FD-57C6-C09A-D875-135D505A8E1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67A86AC-A2D1-3F33-5857-9F69983F71BB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9EADC3C-D136-0700-9300-4D8E867EC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8EAD5F3-3FC4-819A-6ECD-0BC55C92A2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671F77B-B3A5-F8B6-AC67-6EF88CA95877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1303025A-EF3E-710E-2DBD-D89F29B8499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76E7D281-CC96-92C2-C2F7-583674F060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E0D02FED-C5F4-9CC7-F1F5-E75E542840A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84D1E33-434F-2FA0-56CC-F24058D863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F2FC0DCA-FB2A-610C-A8DB-76CE251A57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4CA1DB61-05A2-042F-9815-00DBC40D055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7E4E958-360B-28EF-052B-EDDBDD5F40F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EDBF5CC-2720-E821-001C-11BCB7273E2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6B96629A-6996-B0D7-13D6-0FA011422666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12F1ED8-E3AD-E90A-10CE-D50A8F7D91A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0E45F23-6E8F-F601-2EB3-537A898E704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A40D6715-3580-0B1B-2305-C7ED6083AE85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1A59530-4B7F-6C6B-290E-578EA30200D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BDCE736-251A-5B70-853E-A0A9A174F36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8249BDCF-E07B-269B-D039-A4360C0FE2B4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6F6B04FD-3FAC-90A2-4C1A-D809D058C0A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BEE5C092-697C-26F6-D6E0-477F151E7C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FF80FEAE-01A3-1956-FB30-BED14CA86273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2E8D2AB5-8B00-D9B4-469D-07CAE4ECF9C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9F17E25-114F-438B-701A-7788D333F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1C4B6667-B2EE-BA32-402F-04368D88D5C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B953180-DB27-F046-86E3-E3508247B406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1A1FDE-E3AB-682A-64B7-DA145F23EB91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ABAE1C-5694-8C61-2F5E-643F5FA6B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248" y="1903314"/>
            <a:ext cx="13219352" cy="53710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B3F9076-C436-22D2-DC00-411E6E1E49DE}"/>
              </a:ext>
            </a:extLst>
          </p:cNvPr>
          <p:cNvSpPr txBox="1"/>
          <p:nvPr/>
        </p:nvSpPr>
        <p:spPr>
          <a:xfrm>
            <a:off x="2630248" y="7760846"/>
            <a:ext cx="132193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Dashboard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available events and student participation details.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899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F8933C-A271-FA02-6D33-77B26D31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89832868-6EA6-A73A-A6CC-B039BE42664B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AA4CD40-6CC5-BB7B-9388-89FE9C10D5E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1F705392-7C6E-D135-E547-659649DB1AEE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B8384283-06B5-FF2D-6EF4-2BDEA238AD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3424F61-BDA1-5F56-0958-E26DC4FAC1D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F54EC6A6-90F8-E8E3-D8DD-712483FEE7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55B5235-4650-F065-C506-E18403E09EB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1E5108FA-9D60-68EF-2EBC-BB3F7B63EC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9FBDF45-C77A-792D-5A3A-FFD8E302B87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070BFA4-9470-45AA-5DDA-CBDDD16AD0A5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53DE2B78-18E8-E449-7ED0-D66D5E28A5B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5C857260-8E28-2163-4EB3-AC632711474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3FFCDA7A-39A9-F29A-2389-5D3DDF94D9E7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2948B900-4690-65AB-5773-E797D969DE4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85201EF9-674D-C6DF-7510-00DBD3FE21A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E69CE110-D30F-EE5A-581F-FAD54CD3A8A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46CFC06A-963E-F63E-2C7C-92692EC13FF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3373494-C73C-4D86-E46E-8E1281D999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534A6F03-F126-B91F-DE88-8DA7393D95FF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11F642AE-951B-6904-1924-8D0D0559BD6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78528AB7-D87F-5F89-118A-77AB5B70AC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50EF218-CAB3-AA87-D580-9C1D62D6E910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7347D342-076B-C7FE-A07C-F032AEEDEE0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3A33C9E4-A501-F473-3020-350EDA90964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51F3BA7-D003-D61B-39E8-443EBB9AC14A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C9A84EA-A258-A95F-5058-EED46E78255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18FA1CF0-6B52-D44B-9BA9-EE95431A245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6E6F0D88-A688-EF41-83BF-D732436557CA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F7CB4EAE-8586-B20F-CB5F-0743D34842CF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EE84ACF1-3C57-EE4A-2B56-5378EE28A1F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A35D0BDC-7629-B704-0199-E3D5895AE3D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DF94845-84FE-3AF5-3665-84480B422E13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E00B91-B8C0-9DC9-B163-9E45A916E422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BEA6E8-C0AA-A4C7-4A8D-FAE49C712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6625" y="1600737"/>
            <a:ext cx="13882503" cy="60456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08A72E-CCBF-C52C-3DB4-B65F6E6566F1}"/>
              </a:ext>
            </a:extLst>
          </p:cNvPr>
          <p:cNvSpPr txBox="1"/>
          <p:nvPr/>
        </p:nvSpPr>
        <p:spPr>
          <a:xfrm>
            <a:off x="2516626" y="8304651"/>
            <a:ext cx="138825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Registration Page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students to register for desired events</a:t>
            </a: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8917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18EA46-9C46-E4DD-21A7-FB75D9DD5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50917C9-0C62-09EC-D2F6-27BAD44B6F82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2FF1187-D5DF-D50E-4AFC-255CA7D9D79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C742E0EA-BA9A-3239-9C2E-ECCC5E35326D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52A660CF-F0F2-A05C-6366-0D5BFA779BA5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BAA9D2F-576E-0EAA-5680-214CEB2578A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77B6FCE-9025-76C6-9050-729FC929096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679ECE20-C846-086A-19A1-56BB12A0BEE2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A39C6DEC-80B5-D6EB-ABB0-07883CB3EE1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FDD02383-3971-763D-3D77-A5925BFA706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040BCB46-02BE-84A0-B084-C4CB6B2F0241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0BA62A0C-70F9-9313-F149-91C016BA5A5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946F12A0-FEFC-6808-65BC-34527A7BABA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05071257-ABC6-67FA-B9AE-590654814A18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F76CF3FE-1E7F-AE33-940E-55134D0362B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C0A1B118-F856-3825-EA47-8B007D9DC4B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1223CFB3-3351-CDF8-EA2C-9762B3F2510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2E11A5A0-193E-BECA-78AF-2CF195BAD8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5FD45492-DB2D-E5B5-8EAF-6D749AABAA1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18BC097B-C3AE-4D87-E8C6-04C8B1BDA0B3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D5BE2B69-6826-D8D8-F451-A2A176B19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D8B330D-04E7-554B-B6E1-92B9686EA55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E5171C78-FF43-2236-CFB6-113BC68652EE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3A0CC58-E691-8DCF-31D6-B40E9B2E2F2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FCF9F53-99B5-E9A7-C02F-494EFD5D661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F1FA3874-01BD-9CF1-5E48-467CBE84732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0337984B-F8C4-DB9E-A13A-374896137DA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5BBC54C7-D4E8-1BAE-24E3-8C3FC749CF0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4242A061-8F62-93C7-1BAE-7717DD720CF9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07A7CEF1-9755-7DEC-28BC-37CFBEB447D7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E59A351C-7DF4-F48E-D175-2BA0DBB08C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8A335965-57A6-A67E-BFDC-D7B1D60902F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CBB1D6E-5DF6-1660-F586-515F2DFD901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7EB481-FC55-6E36-F458-2DBA60728361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EBA2BE-F040-DCC0-2B61-4F288296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2027" y="1790409"/>
            <a:ext cx="14143946" cy="61724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0EE812-04A0-474A-792F-D90E59BA58FB}"/>
              </a:ext>
            </a:extLst>
          </p:cNvPr>
          <p:cNvSpPr txBox="1"/>
          <p:nvPr/>
        </p:nvSpPr>
        <p:spPr>
          <a:xfrm>
            <a:off x="2209800" y="8496591"/>
            <a:ext cx="9144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Statistics Page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registration metrics and event analytics.</a:t>
            </a:r>
          </a:p>
          <a:p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760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BAB55-7601-3C41-6F10-EE0F67F77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B9E2C662-B058-485B-BFC3-199F93F6D154}"/>
              </a:ext>
            </a:extLst>
          </p:cNvPr>
          <p:cNvGrpSpPr/>
          <p:nvPr/>
        </p:nvGrpSpPr>
        <p:grpSpPr>
          <a:xfrm>
            <a:off x="735588" y="7321525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25CA7A-BCD4-5B7F-7069-AE7F5BD10A9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7E08158-57E2-530C-A7FD-5AF72088CF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B09EB64-B1EE-DA7A-E7DC-97163FE5316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B04A57D-53E9-134E-70C7-51485932A2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C0A25AD-0459-BAEA-2E7B-0D9279AE1BC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EBC171-BEE8-2D5E-8755-EE50B257025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4000A93-AB8F-B573-E218-7434988FD58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228826C-BC2E-0DA0-107F-341F9D1A49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7FD594E4-E181-FD3B-1C72-DE2D718C274A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16DA90C-521A-EFE9-8EE9-CB3967A5095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5A678428-7466-DB88-0126-41232DE4A0D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1D279A8-BDAA-B12E-DD4B-9978E9D5005C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08F1BB3-7F58-DE0C-71F1-9782E09061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5F43F9B-B904-0414-7AA7-1E7959C4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11E9EBB-A9CE-A64F-FF44-F82C0D52AC3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DED3A9EA-E50F-553B-EDAA-87F95FD228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7E9C7CEA-D993-4107-0776-54AC90E2062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7B397A27-1CC9-9661-DA24-10B3E104239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2A8CD899-9C63-11A3-805F-4CA0E12C7CB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1976C224-9A36-532E-5E8B-B738C9FBC3F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E8CFE39F-6666-6E69-8980-5B55F6D5647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F859737D-AFDF-BDFC-6651-3B954F2DD4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B7B59B44-AD68-1549-9F86-A09D82459B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3FACABC2-D51C-1EF5-0D1B-34B410283F2E}"/>
              </a:ext>
            </a:extLst>
          </p:cNvPr>
          <p:cNvGrpSpPr/>
          <p:nvPr/>
        </p:nvGrpSpPr>
        <p:grpSpPr>
          <a:xfrm>
            <a:off x="977741" y="6653894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6DD43112-BD1E-86D9-D9C6-3C97559FC56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C34845E4-4A4B-0A81-5A55-1400481657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sp>
        <p:nvSpPr>
          <p:cNvPr id="32" name="Freeform 32">
            <a:extLst>
              <a:ext uri="{FF2B5EF4-FFF2-40B4-BE49-F238E27FC236}">
                <a16:creationId xmlns:a16="http://schemas.microsoft.com/office/drawing/2014/main" id="{05CB8E9D-B497-44FF-DB18-7D166BD2DA61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44" name="Group 44">
            <a:extLst>
              <a:ext uri="{FF2B5EF4-FFF2-40B4-BE49-F238E27FC236}">
                <a16:creationId xmlns:a16="http://schemas.microsoft.com/office/drawing/2014/main" id="{FBD0A79F-CA0B-2560-37ED-E07624B11027}"/>
              </a:ext>
            </a:extLst>
          </p:cNvPr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25583CD3-FA12-1B53-043B-9FE4E18BA0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FA405478-0BA8-4A85-A81A-B9346174FE6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926643-39EA-932E-6755-230476B3078D}"/>
              </a:ext>
            </a:extLst>
          </p:cNvPr>
          <p:cNvSpPr txBox="1"/>
          <p:nvPr/>
        </p:nvSpPr>
        <p:spPr>
          <a:xfrm>
            <a:off x="190500" y="290493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4CA4EA-31C8-4811-8630-CF4EDBAF59FC}"/>
              </a:ext>
            </a:extLst>
          </p:cNvPr>
          <p:cNvSpPr txBox="1"/>
          <p:nvPr/>
        </p:nvSpPr>
        <p:spPr>
          <a:xfrm>
            <a:off x="2468986" y="1765695"/>
            <a:ext cx="13286647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Automates campus event management process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manual paperwork and errors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role-based authentication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duplicate registrations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access for students and administrators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event and registration tracking</a:t>
            </a:r>
          </a:p>
          <a:p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internet/network availability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Currently limited to campus-level usage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mobile app support in current version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chatbot functionality only</a:t>
            </a:r>
            <a:endParaRPr lang="en-IN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976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2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3" name="TextBox 43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149"/>
              </a:lnSpc>
            </a:pPr>
            <a:r>
              <a:rPr lang="en-US" sz="11153" b="1" i="1" dirty="0">
                <a:solidFill>
                  <a:srgbClr val="191919"/>
                </a:solidFill>
                <a:latin typeface="Gotham Bold Italics"/>
                <a:ea typeface="Gotham Bold Italics"/>
                <a:cs typeface="Gotham Bold Italics"/>
                <a:sym typeface="Gotham Bold Italics"/>
              </a:rPr>
              <a:t>Thank you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945</Words>
  <Application>Microsoft Office PowerPoint</Application>
  <PresentationFormat>Custom</PresentationFormat>
  <Paragraphs>363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Cambria</vt:lpstr>
      <vt:lpstr>Arial</vt:lpstr>
      <vt:lpstr>Times New Roman</vt:lpstr>
      <vt:lpstr>Bookman Old Style</vt:lpstr>
      <vt:lpstr>Calibri</vt:lpstr>
      <vt:lpstr>Gotham</vt:lpstr>
      <vt:lpstr>Gotham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Orange Simple Portfolio Presentation</dc:title>
  <cp:lastModifiedBy>Sari Thaa</cp:lastModifiedBy>
  <cp:revision>12</cp:revision>
  <dcterms:created xsi:type="dcterms:W3CDTF">2006-08-16T00:00:00Z</dcterms:created>
  <dcterms:modified xsi:type="dcterms:W3CDTF">2026-05-04T18:36:24Z</dcterms:modified>
  <dc:identifier>DAHCaYqJ9OU</dc:identifier>
</cp:coreProperties>
</file>