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9" r:id="rId12"/>
    <p:sldId id="267" r:id="rId13"/>
    <p:sldId id="272" r:id="rId14"/>
    <p:sldId id="268" r:id="rId15"/>
    <p:sldId id="273" r:id="rId16"/>
    <p:sldId id="274" r:id="rId17"/>
    <p:sldId id="275" r:id="rId18"/>
    <p:sldId id="276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</p:embeddedFont>
    <p:embeddedFont>
      <p:font typeface="Gotham Bold Italic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9F72E3-99BA-424D-B3F5-5A8C2A4EF8BD}" v="38" dt="2026-05-05T10:24:15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i Thaa" userId="01dafee48578bd57" providerId="LiveId" clId="{10B47D26-EEAC-480D-82C7-38247AEBD8AE}"/>
    <pc:docChg chg="undo custSel addSld delSld modSld sldOrd">
      <pc:chgData name="Sari Thaa" userId="01dafee48578bd57" providerId="LiveId" clId="{10B47D26-EEAC-480D-82C7-38247AEBD8AE}" dt="2026-05-05T10:36:53.099" v="431" actId="20577"/>
      <pc:docMkLst>
        <pc:docMk/>
      </pc:docMkLst>
      <pc:sldChg chg="modSp mod">
        <pc:chgData name="Sari Thaa" userId="01dafee48578bd57" providerId="LiveId" clId="{10B47D26-EEAC-480D-82C7-38247AEBD8AE}" dt="2026-05-05T10:36:53.099" v="431" actId="20577"/>
        <pc:sldMkLst>
          <pc:docMk/>
          <pc:sldMk cId="0" sldId="256"/>
        </pc:sldMkLst>
        <pc:spChg chg="mod">
          <ac:chgData name="Sari Thaa" userId="01dafee48578bd57" providerId="LiveId" clId="{10B47D26-EEAC-480D-82C7-38247AEBD8AE}" dt="2026-05-05T10:36:53.099" v="431" actId="20577"/>
          <ac:spMkLst>
            <pc:docMk/>
            <pc:sldMk cId="0" sldId="256"/>
            <ac:spMk id="27" creationId="{AC6C53BF-3850-6683-E07F-D595EC8B02B2}"/>
          </ac:spMkLst>
        </pc:spChg>
      </pc:sldChg>
      <pc:sldChg chg="modSp mod">
        <pc:chgData name="Sari Thaa" userId="01dafee48578bd57" providerId="LiveId" clId="{10B47D26-EEAC-480D-82C7-38247AEBD8AE}" dt="2026-05-04T17:23:38.161" v="14" actId="12"/>
        <pc:sldMkLst>
          <pc:docMk/>
          <pc:sldMk cId="0" sldId="257"/>
        </pc:sldMkLst>
        <pc:spChg chg="mod">
          <ac:chgData name="Sari Thaa" userId="01dafee48578bd57" providerId="LiveId" clId="{10B47D26-EEAC-480D-82C7-38247AEBD8AE}" dt="2026-05-04T17:23:38.161" v="14" actId="12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Sari Thaa" userId="01dafee48578bd57" providerId="LiveId" clId="{10B47D26-EEAC-480D-82C7-38247AEBD8AE}" dt="2026-05-04T17:25:00.886" v="30" actId="12"/>
        <pc:sldMkLst>
          <pc:docMk/>
          <pc:sldMk cId="0" sldId="258"/>
        </pc:sldMkLst>
        <pc:spChg chg="mod">
          <ac:chgData name="Sari Thaa" userId="01dafee48578bd57" providerId="LiveId" clId="{10B47D26-EEAC-480D-82C7-38247AEBD8AE}" dt="2026-05-04T17:25:00.886" v="30" actId="12"/>
          <ac:spMkLst>
            <pc:docMk/>
            <pc:sldMk cId="0" sldId="258"/>
            <ac:spMk id="48" creationId="{BDE2941C-1504-53F9-99B2-48002CA9A345}"/>
          </ac:spMkLst>
        </pc:spChg>
      </pc:sldChg>
      <pc:sldChg chg="addSp modSp mod">
        <pc:chgData name="Sari Thaa" userId="01dafee48578bd57" providerId="LiveId" clId="{10B47D26-EEAC-480D-82C7-38247AEBD8AE}" dt="2026-05-04T17:26:43.027" v="44" actId="255"/>
        <pc:sldMkLst>
          <pc:docMk/>
          <pc:sldMk cId="0" sldId="259"/>
        </pc:sldMkLst>
        <pc:spChg chg="add">
          <ac:chgData name="Sari Thaa" userId="01dafee48578bd57" providerId="LiveId" clId="{10B47D26-EEAC-480D-82C7-38247AEBD8AE}" dt="2026-05-04T17:25:19.647" v="31"/>
          <ac:spMkLst>
            <pc:docMk/>
            <pc:sldMk cId="0" sldId="259"/>
            <ac:spMk id="2" creationId="{4A3ADB36-011B-3D52-6C17-D6EC9A56C467}"/>
          </ac:spMkLst>
        </pc:spChg>
        <pc:spChg chg="add">
          <ac:chgData name="Sari Thaa" userId="01dafee48578bd57" providerId="LiveId" clId="{10B47D26-EEAC-480D-82C7-38247AEBD8AE}" dt="2026-05-04T17:25:23.884" v="32"/>
          <ac:spMkLst>
            <pc:docMk/>
            <pc:sldMk cId="0" sldId="259"/>
            <ac:spMk id="3" creationId="{054FE30D-3AA5-4AC7-AAE3-602CE28BA721}"/>
          </ac:spMkLst>
        </pc:spChg>
        <pc:spChg chg="add">
          <ac:chgData name="Sari Thaa" userId="01dafee48578bd57" providerId="LiveId" clId="{10B47D26-EEAC-480D-82C7-38247AEBD8AE}" dt="2026-05-04T17:25:28.525" v="34"/>
          <ac:spMkLst>
            <pc:docMk/>
            <pc:sldMk cId="0" sldId="259"/>
            <ac:spMk id="4" creationId="{DE0DE849-B4C3-CD6D-9B8C-F10C9471FB60}"/>
          </ac:spMkLst>
        </pc:spChg>
        <pc:spChg chg="add">
          <ac:chgData name="Sari Thaa" userId="01dafee48578bd57" providerId="LiveId" clId="{10B47D26-EEAC-480D-82C7-38247AEBD8AE}" dt="2026-05-04T17:25:37.650" v="35"/>
          <ac:spMkLst>
            <pc:docMk/>
            <pc:sldMk cId="0" sldId="259"/>
            <ac:spMk id="5" creationId="{29380420-1353-C82F-6256-68A443AF3D3E}"/>
          </ac:spMkLst>
        </pc:spChg>
        <pc:spChg chg="add">
          <ac:chgData name="Sari Thaa" userId="01dafee48578bd57" providerId="LiveId" clId="{10B47D26-EEAC-480D-82C7-38247AEBD8AE}" dt="2026-05-04T17:25:42.652" v="37"/>
          <ac:spMkLst>
            <pc:docMk/>
            <pc:sldMk cId="0" sldId="259"/>
            <ac:spMk id="6" creationId="{FE5484C4-1B48-5F11-5125-ABDDB9C81547}"/>
          </ac:spMkLst>
        </pc:spChg>
        <pc:spChg chg="mod">
          <ac:chgData name="Sari Thaa" userId="01dafee48578bd57" providerId="LiveId" clId="{10B47D26-EEAC-480D-82C7-38247AEBD8AE}" dt="2026-05-04T17:26:43.027" v="44" actId="255"/>
          <ac:spMkLst>
            <pc:docMk/>
            <pc:sldMk cId="0" sldId="259"/>
            <ac:spMk id="52" creationId="{056A0A3A-1541-5EC0-5370-02DA282ABDDE}"/>
          </ac:spMkLst>
        </pc:spChg>
      </pc:sldChg>
      <pc:sldChg chg="addSp modSp mod">
        <pc:chgData name="Sari Thaa" userId="01dafee48578bd57" providerId="LiveId" clId="{10B47D26-EEAC-480D-82C7-38247AEBD8AE}" dt="2026-05-04T17:28:49.036" v="63" actId="12"/>
        <pc:sldMkLst>
          <pc:docMk/>
          <pc:sldMk cId="0" sldId="260"/>
        </pc:sldMkLst>
        <pc:spChg chg="add">
          <ac:chgData name="Sari Thaa" userId="01dafee48578bd57" providerId="LiveId" clId="{10B47D26-EEAC-480D-82C7-38247AEBD8AE}" dt="2026-05-04T17:27:04.749" v="45"/>
          <ac:spMkLst>
            <pc:docMk/>
            <pc:sldMk cId="0" sldId="260"/>
            <ac:spMk id="2" creationId="{739A4FD3-EA8F-47AF-E780-94AF533A8B3F}"/>
          </ac:spMkLst>
        </pc:spChg>
        <pc:spChg chg="add">
          <ac:chgData name="Sari Thaa" userId="01dafee48578bd57" providerId="LiveId" clId="{10B47D26-EEAC-480D-82C7-38247AEBD8AE}" dt="2026-05-04T17:27:10.235" v="48"/>
          <ac:spMkLst>
            <pc:docMk/>
            <pc:sldMk cId="0" sldId="260"/>
            <ac:spMk id="3" creationId="{B9A61381-1E5B-F83C-D9E0-B53DBA524F28}"/>
          </ac:spMkLst>
        </pc:spChg>
        <pc:spChg chg="mod">
          <ac:chgData name="Sari Thaa" userId="01dafee48578bd57" providerId="LiveId" clId="{10B47D26-EEAC-480D-82C7-38247AEBD8AE}" dt="2026-05-04T17:28:49.036" v="63" actId="12"/>
          <ac:spMkLst>
            <pc:docMk/>
            <pc:sldMk cId="0" sldId="260"/>
            <ac:spMk id="48" creationId="{E8F19716-1653-9AE0-442E-B3829A585B46}"/>
          </ac:spMkLst>
        </pc:spChg>
      </pc:sldChg>
      <pc:sldChg chg="modSp mod">
        <pc:chgData name="Sari Thaa" userId="01dafee48578bd57" providerId="LiveId" clId="{10B47D26-EEAC-480D-82C7-38247AEBD8AE}" dt="2026-05-04T17:29:33.517" v="73" actId="113"/>
        <pc:sldMkLst>
          <pc:docMk/>
          <pc:sldMk cId="0" sldId="261"/>
        </pc:sldMkLst>
        <pc:spChg chg="mod">
          <ac:chgData name="Sari Thaa" userId="01dafee48578bd57" providerId="LiveId" clId="{10B47D26-EEAC-480D-82C7-38247AEBD8AE}" dt="2026-05-04T17:29:33.517" v="73" actId="113"/>
          <ac:spMkLst>
            <pc:docMk/>
            <pc:sldMk cId="0" sldId="261"/>
            <ac:spMk id="43" creationId="{25F9D4B0-38FE-DBA4-164D-1745B68379A5}"/>
          </ac:spMkLst>
        </pc:spChg>
      </pc:sldChg>
      <pc:sldChg chg="addSp modSp mod">
        <pc:chgData name="Sari Thaa" userId="01dafee48578bd57" providerId="LiveId" clId="{10B47D26-EEAC-480D-82C7-38247AEBD8AE}" dt="2026-05-04T17:57:26.390" v="201" actId="14100"/>
        <pc:sldMkLst>
          <pc:docMk/>
          <pc:sldMk cId="0" sldId="262"/>
        </pc:sldMkLst>
        <pc:spChg chg="mod">
          <ac:chgData name="Sari Thaa" userId="01dafee48578bd57" providerId="LiveId" clId="{10B47D26-EEAC-480D-82C7-38247AEBD8AE}" dt="2026-05-04T17:57:08.086" v="197" actId="113"/>
          <ac:spMkLst>
            <pc:docMk/>
            <pc:sldMk cId="0" sldId="262"/>
            <ac:spMk id="50" creationId="{D04F3B99-A5D2-54DC-51CD-4E86A99D3EA2}"/>
          </ac:spMkLst>
        </pc:spChg>
        <pc:picChg chg="add mod modCrop">
          <ac:chgData name="Sari Thaa" userId="01dafee48578bd57" providerId="LiveId" clId="{10B47D26-EEAC-480D-82C7-38247AEBD8AE}" dt="2026-05-04T17:57:26.390" v="201" actId="14100"/>
          <ac:picMkLst>
            <pc:docMk/>
            <pc:sldMk cId="0" sldId="262"/>
            <ac:picMk id="3" creationId="{1CFF196B-D706-91F8-1E4F-5C23712A90CC}"/>
          </ac:picMkLst>
        </pc:picChg>
      </pc:sldChg>
      <pc:sldChg chg="modSp mod">
        <pc:chgData name="Sari Thaa" userId="01dafee48578bd57" providerId="LiveId" clId="{10B47D26-EEAC-480D-82C7-38247AEBD8AE}" dt="2026-05-05T10:09:10.702" v="295" actId="2711"/>
        <pc:sldMkLst>
          <pc:docMk/>
          <pc:sldMk cId="0" sldId="263"/>
        </pc:sldMkLst>
        <pc:spChg chg="mod">
          <ac:chgData name="Sari Thaa" userId="01dafee48578bd57" providerId="LiveId" clId="{10B47D26-EEAC-480D-82C7-38247AEBD8AE}" dt="2026-05-05T10:09:10.702" v="295" actId="2711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Sari Thaa" userId="01dafee48578bd57" providerId="LiveId" clId="{10B47D26-EEAC-480D-82C7-38247AEBD8AE}" dt="2026-05-04T17:34:59.878" v="138" actId="113"/>
        <pc:sldMkLst>
          <pc:docMk/>
          <pc:sldMk cId="0" sldId="264"/>
        </pc:sldMkLst>
        <pc:spChg chg="mod">
          <ac:chgData name="Sari Thaa" userId="01dafee48578bd57" providerId="LiveId" clId="{10B47D26-EEAC-480D-82C7-38247AEBD8AE}" dt="2026-05-04T17:34:59.878" v="138" actId="113"/>
          <ac:spMkLst>
            <pc:docMk/>
            <pc:sldMk cId="0" sldId="264"/>
            <ac:spMk id="44" creationId="{9304C197-EAC7-7A26-FAED-ED7302DBEC6E}"/>
          </ac:spMkLst>
        </pc:spChg>
      </pc:sldChg>
      <pc:sldChg chg="del">
        <pc:chgData name="Sari Thaa" userId="01dafee48578bd57" providerId="LiveId" clId="{10B47D26-EEAC-480D-82C7-38247AEBD8AE}" dt="2026-05-05T10:25:16.505" v="388" actId="2696"/>
        <pc:sldMkLst>
          <pc:docMk/>
          <pc:sldMk cId="1998101144" sldId="266"/>
        </pc:sldMkLst>
      </pc:sldChg>
      <pc:sldChg chg="addSp delSp modSp mod">
        <pc:chgData name="Sari Thaa" userId="01dafee48578bd57" providerId="LiveId" clId="{10B47D26-EEAC-480D-82C7-38247AEBD8AE}" dt="2026-05-05T10:28:59.023" v="397" actId="14100"/>
        <pc:sldMkLst>
          <pc:docMk/>
          <pc:sldMk cId="47544820" sldId="267"/>
        </pc:sldMkLst>
        <pc:spChg chg="add mod">
          <ac:chgData name="Sari Thaa" userId="01dafee48578bd57" providerId="LiveId" clId="{10B47D26-EEAC-480D-82C7-38247AEBD8AE}" dt="2026-05-05T10:12:49.709" v="315" actId="2711"/>
          <ac:spMkLst>
            <pc:docMk/>
            <pc:sldMk cId="47544820" sldId="267"/>
            <ac:spMk id="4" creationId="{87DD7C06-5CFD-B910-9AE9-A5829951025D}"/>
          </ac:spMkLst>
        </pc:spChg>
        <pc:spChg chg="add del">
          <ac:chgData name="Sari Thaa" userId="01dafee48578bd57" providerId="LiveId" clId="{10B47D26-EEAC-480D-82C7-38247AEBD8AE}" dt="2026-05-05T10:11:27.914" v="305" actId="22"/>
          <ac:spMkLst>
            <pc:docMk/>
            <pc:sldMk cId="47544820" sldId="267"/>
            <ac:spMk id="5" creationId="{AAF0E0DC-66FC-40C2-C460-718426B23860}"/>
          </ac:spMkLst>
        </pc:spChg>
        <pc:spChg chg="add mod">
          <ac:chgData name="Sari Thaa" userId="01dafee48578bd57" providerId="LiveId" clId="{10B47D26-EEAC-480D-82C7-38247AEBD8AE}" dt="2026-05-05T10:12:21.278" v="313" actId="255"/>
          <ac:spMkLst>
            <pc:docMk/>
            <pc:sldMk cId="47544820" sldId="267"/>
            <ac:spMk id="38" creationId="{31CDA403-D3C3-6275-7D6A-8530ECFAE6EB}"/>
          </ac:spMkLst>
        </pc:spChg>
        <pc:spChg chg="mod">
          <ac:chgData name="Sari Thaa" userId="01dafee48578bd57" providerId="LiveId" clId="{10B47D26-EEAC-480D-82C7-38247AEBD8AE}" dt="2026-05-05T10:11:50.854" v="307" actId="14100"/>
          <ac:spMkLst>
            <pc:docMk/>
            <pc:sldMk cId="47544820" sldId="267"/>
            <ac:spMk id="44" creationId="{6C0EA81E-D408-1A06-6895-1BF3CA09E497}"/>
          </ac:spMkLst>
        </pc:spChg>
        <pc:picChg chg="add mod modCrop">
          <ac:chgData name="Sari Thaa" userId="01dafee48578bd57" providerId="LiveId" clId="{10B47D26-EEAC-480D-82C7-38247AEBD8AE}" dt="2026-05-05T10:11:18.662" v="303" actId="14100"/>
          <ac:picMkLst>
            <pc:docMk/>
            <pc:sldMk cId="47544820" sldId="267"/>
            <ac:picMk id="3" creationId="{615CFC9B-9DBF-4948-A96C-AB1436ED85B7}"/>
          </ac:picMkLst>
        </pc:picChg>
        <pc:picChg chg="add mod">
          <ac:chgData name="Sari Thaa" userId="01dafee48578bd57" providerId="LiveId" clId="{10B47D26-EEAC-480D-82C7-38247AEBD8AE}" dt="2026-05-05T10:28:59.023" v="397" actId="14100"/>
          <ac:picMkLst>
            <pc:docMk/>
            <pc:sldMk cId="47544820" sldId="267"/>
            <ac:picMk id="40" creationId="{611EE7D0-1663-CB2D-E743-5B2D9A57410F}"/>
          </ac:picMkLst>
        </pc:picChg>
      </pc:sldChg>
      <pc:sldChg chg="addSp modSp mod">
        <pc:chgData name="Sari Thaa" userId="01dafee48578bd57" providerId="LiveId" clId="{10B47D26-EEAC-480D-82C7-38247AEBD8AE}" dt="2026-05-04T18:17:10.856" v="268" actId="255"/>
        <pc:sldMkLst>
          <pc:docMk/>
          <pc:sldMk cId="84889951" sldId="268"/>
        </pc:sldMkLst>
        <pc:spChg chg="add mod">
          <ac:chgData name="Sari Thaa" userId="01dafee48578bd57" providerId="LiveId" clId="{10B47D26-EEAC-480D-82C7-38247AEBD8AE}" dt="2026-05-04T18:17:10.856" v="268" actId="255"/>
          <ac:spMkLst>
            <pc:docMk/>
            <pc:sldMk cId="84889951" sldId="268"/>
            <ac:spMk id="4" creationId="{4B3F9076-C436-22D2-DC00-411E6E1E49DE}"/>
          </ac:spMkLst>
        </pc:spChg>
        <pc:picChg chg="add mod">
          <ac:chgData name="Sari Thaa" userId="01dafee48578bd57" providerId="LiveId" clId="{10B47D26-EEAC-480D-82C7-38247AEBD8AE}" dt="2026-05-04T18:08:45.304" v="225" actId="14100"/>
          <ac:picMkLst>
            <pc:docMk/>
            <pc:sldMk cId="84889951" sldId="268"/>
            <ac:picMk id="3" creationId="{E2ABAE1C-5694-8C61-2F5E-643F5FA6BF76}"/>
          </ac:picMkLst>
        </pc:picChg>
      </pc:sldChg>
      <pc:sldChg chg="addSp delSp modSp mod">
        <pc:chgData name="Sari Thaa" userId="01dafee48578bd57" providerId="LiveId" clId="{10B47D26-EEAC-480D-82C7-38247AEBD8AE}" dt="2026-05-05T10:25:44.061" v="392" actId="255"/>
        <pc:sldMkLst>
          <pc:docMk/>
          <pc:sldMk cId="3981187392" sldId="269"/>
        </pc:sldMkLst>
        <pc:spChg chg="add mod">
          <ac:chgData name="Sari Thaa" userId="01dafee48578bd57" providerId="LiveId" clId="{10B47D26-EEAC-480D-82C7-38247AEBD8AE}" dt="2026-05-05T10:25:44.061" v="392" actId="255"/>
          <ac:spMkLst>
            <pc:docMk/>
            <pc:sldMk cId="3981187392" sldId="269"/>
            <ac:spMk id="4" creationId="{5B4D9EB3-BFA5-634F-CA0E-8672ADA6E051}"/>
          </ac:spMkLst>
        </pc:spChg>
        <pc:spChg chg="del mod">
          <ac:chgData name="Sari Thaa" userId="01dafee48578bd57" providerId="LiveId" clId="{10B47D26-EEAC-480D-82C7-38247AEBD8AE}" dt="2026-05-04T18:04:38.292" v="207"/>
          <ac:spMkLst>
            <pc:docMk/>
            <pc:sldMk cId="3981187392" sldId="269"/>
            <ac:spMk id="44" creationId="{746F2C30-13B1-3754-C147-D58A899BC459}"/>
          </ac:spMkLst>
        </pc:spChg>
        <pc:picChg chg="add mod">
          <ac:chgData name="Sari Thaa" userId="01dafee48578bd57" providerId="LiveId" clId="{10B47D26-EEAC-480D-82C7-38247AEBD8AE}" dt="2026-05-04T18:04:14.443" v="205" actId="14100"/>
          <ac:picMkLst>
            <pc:docMk/>
            <pc:sldMk cId="3981187392" sldId="269"/>
            <ac:picMk id="3" creationId="{E312C0F0-0422-3F2A-187E-3210676AF10B}"/>
          </ac:picMkLst>
        </pc:picChg>
      </pc:sldChg>
      <pc:sldChg chg="addSp modSp mod">
        <pc:chgData name="Sari Thaa" userId="01dafee48578bd57" providerId="LiveId" clId="{10B47D26-EEAC-480D-82C7-38247AEBD8AE}" dt="2026-05-04T17:36:51.160" v="154" actId="12"/>
        <pc:sldMkLst>
          <pc:docMk/>
          <pc:sldMk cId="1838976791" sldId="270"/>
        </pc:sldMkLst>
        <pc:spChg chg="add mod">
          <ac:chgData name="Sari Thaa" userId="01dafee48578bd57" providerId="LiveId" clId="{10B47D26-EEAC-480D-82C7-38247AEBD8AE}" dt="2026-05-04T17:36:51.160" v="154" actId="12"/>
          <ac:spMkLst>
            <pc:docMk/>
            <pc:sldMk cId="1838976791" sldId="270"/>
            <ac:spMk id="3" creationId="{C94CA4EA-31C8-4811-8630-CF4EDBAF59FC}"/>
          </ac:spMkLst>
        </pc:spChg>
      </pc:sldChg>
      <pc:sldChg chg="addSp delSp modSp add mod">
        <pc:chgData name="Sari Thaa" userId="01dafee48578bd57" providerId="LiveId" clId="{10B47D26-EEAC-480D-82C7-38247AEBD8AE}" dt="2026-05-04T17:49:26.881" v="173" actId="1076"/>
        <pc:sldMkLst>
          <pc:docMk/>
          <pc:sldMk cId="4080267265" sldId="271"/>
        </pc:sldMkLst>
        <pc:spChg chg="add mod">
          <ac:chgData name="Sari Thaa" userId="01dafee48578bd57" providerId="LiveId" clId="{10B47D26-EEAC-480D-82C7-38247AEBD8AE}" dt="2026-05-04T17:48:08.618" v="158" actId="14100"/>
          <ac:spMkLst>
            <pc:docMk/>
            <pc:sldMk cId="4080267265" sldId="271"/>
            <ac:spMk id="2" creationId="{E44FF0F3-6227-202B-4104-9BAAE6889B97}"/>
          </ac:spMkLst>
        </pc:spChg>
        <pc:spChg chg="add del mod">
          <ac:chgData name="Sari Thaa" userId="01dafee48578bd57" providerId="LiveId" clId="{10B47D26-EEAC-480D-82C7-38247AEBD8AE}" dt="2026-05-04T17:49:20.001" v="171"/>
          <ac:spMkLst>
            <pc:docMk/>
            <pc:sldMk cId="4080267265" sldId="271"/>
            <ac:spMk id="3" creationId="{1AAD76FE-641E-C28A-1376-E628AD3E502A}"/>
          </ac:spMkLst>
        </pc:spChg>
        <pc:spChg chg="add">
          <ac:chgData name="Sari Thaa" userId="01dafee48578bd57" providerId="LiveId" clId="{10B47D26-EEAC-480D-82C7-38247AEBD8AE}" dt="2026-05-04T17:48:19.257" v="163"/>
          <ac:spMkLst>
            <pc:docMk/>
            <pc:sldMk cId="4080267265" sldId="271"/>
            <ac:spMk id="4" creationId="{E73B6F2E-963E-D080-FA2E-C767EB92D3B9}"/>
          </ac:spMkLst>
        </pc:spChg>
        <pc:spChg chg="add">
          <ac:chgData name="Sari Thaa" userId="01dafee48578bd57" providerId="LiveId" clId="{10B47D26-EEAC-480D-82C7-38247AEBD8AE}" dt="2026-05-04T17:48:39.428" v="164"/>
          <ac:spMkLst>
            <pc:docMk/>
            <pc:sldMk cId="4080267265" sldId="271"/>
            <ac:spMk id="32" creationId="{76E8BB0B-5190-8970-74AE-0AF3211ABF64}"/>
          </ac:spMkLst>
        </pc:spChg>
        <pc:spChg chg="del mod">
          <ac:chgData name="Sari Thaa" userId="01dafee48578bd57" providerId="LiveId" clId="{10B47D26-EEAC-480D-82C7-38247AEBD8AE}" dt="2026-05-04T17:48:09.634" v="160"/>
          <ac:spMkLst>
            <pc:docMk/>
            <pc:sldMk cId="4080267265" sldId="271"/>
            <ac:spMk id="43" creationId="{8AE5C41E-7780-8F03-68CE-E20F45C533A5}"/>
          </ac:spMkLst>
        </pc:spChg>
        <pc:picChg chg="add mod modCrop">
          <ac:chgData name="Sari Thaa" userId="01dafee48578bd57" providerId="LiveId" clId="{10B47D26-EEAC-480D-82C7-38247AEBD8AE}" dt="2026-05-04T17:49:26.881" v="173" actId="1076"/>
          <ac:picMkLst>
            <pc:docMk/>
            <pc:sldMk cId="4080267265" sldId="271"/>
            <ac:picMk id="34" creationId="{4455612B-F7CC-259B-FA8F-95154E38FF96}"/>
          </ac:picMkLst>
        </pc:picChg>
      </pc:sldChg>
      <pc:sldChg chg="new del">
        <pc:chgData name="Sari Thaa" userId="01dafee48578bd57" providerId="LiveId" clId="{10B47D26-EEAC-480D-82C7-38247AEBD8AE}" dt="2026-05-04T18:06:50.038" v="213" actId="680"/>
        <pc:sldMkLst>
          <pc:docMk/>
          <pc:sldMk cId="1238369937" sldId="272"/>
        </pc:sldMkLst>
      </pc:sldChg>
      <pc:sldChg chg="addSp modSp add mod ord">
        <pc:chgData name="Sari Thaa" userId="01dafee48578bd57" providerId="LiveId" clId="{10B47D26-EEAC-480D-82C7-38247AEBD8AE}" dt="2026-05-04T18:16:20.075" v="261" actId="255"/>
        <pc:sldMkLst>
          <pc:docMk/>
          <pc:sldMk cId="4239981352" sldId="272"/>
        </pc:sldMkLst>
        <pc:spChg chg="add mod">
          <ac:chgData name="Sari Thaa" userId="01dafee48578bd57" providerId="LiveId" clId="{10B47D26-EEAC-480D-82C7-38247AEBD8AE}" dt="2026-05-04T18:16:20.075" v="261" actId="255"/>
          <ac:spMkLst>
            <pc:docMk/>
            <pc:sldMk cId="4239981352" sldId="272"/>
            <ac:spMk id="4" creationId="{08F8188A-0109-90A7-5670-DCCB66A5DC57}"/>
          </ac:spMkLst>
        </pc:spChg>
        <pc:picChg chg="add mod modCrop">
          <ac:chgData name="Sari Thaa" userId="01dafee48578bd57" providerId="LiveId" clId="{10B47D26-EEAC-480D-82C7-38247AEBD8AE}" dt="2026-05-04T18:15:57.395" v="255" actId="14100"/>
          <ac:picMkLst>
            <pc:docMk/>
            <pc:sldMk cId="4239981352" sldId="272"/>
            <ac:picMk id="3" creationId="{D57F4C97-F415-875E-20D7-13D7BE196B01}"/>
          </ac:picMkLst>
        </pc:picChg>
      </pc:sldChg>
      <pc:sldChg chg="addSp modSp add mod">
        <pc:chgData name="Sari Thaa" userId="01dafee48578bd57" providerId="LiveId" clId="{10B47D26-EEAC-480D-82C7-38247AEBD8AE}" dt="2026-05-04T18:18:03.681" v="276" actId="255"/>
        <pc:sldMkLst>
          <pc:docMk/>
          <pc:sldMk cId="2778917309" sldId="273"/>
        </pc:sldMkLst>
        <pc:spChg chg="add mod">
          <ac:chgData name="Sari Thaa" userId="01dafee48578bd57" providerId="LiveId" clId="{10B47D26-EEAC-480D-82C7-38247AEBD8AE}" dt="2026-05-04T18:18:03.681" v="276" actId="255"/>
          <ac:spMkLst>
            <pc:docMk/>
            <pc:sldMk cId="2778917309" sldId="273"/>
            <ac:spMk id="4" creationId="{9508A72E-CCBF-C52C-3DB4-B65F6E6566F1}"/>
          </ac:spMkLst>
        </pc:spChg>
        <pc:picChg chg="add mod">
          <ac:chgData name="Sari Thaa" userId="01dafee48578bd57" providerId="LiveId" clId="{10B47D26-EEAC-480D-82C7-38247AEBD8AE}" dt="2026-05-04T18:17:24.160" v="270" actId="14100"/>
          <ac:picMkLst>
            <pc:docMk/>
            <pc:sldMk cId="2778917309" sldId="273"/>
            <ac:picMk id="3" creationId="{B6BEA6E8-C0AA-A4C7-4A8D-FAE49C7122BC}"/>
          </ac:picMkLst>
        </pc:picChg>
      </pc:sldChg>
      <pc:sldChg chg="addSp delSp modSp add mod">
        <pc:chgData name="Sari Thaa" userId="01dafee48578bd57" providerId="LiveId" clId="{10B47D26-EEAC-480D-82C7-38247AEBD8AE}" dt="2026-05-04T18:18:56.763" v="291" actId="255"/>
        <pc:sldMkLst>
          <pc:docMk/>
          <pc:sldMk cId="3597609840" sldId="274"/>
        </pc:sldMkLst>
        <pc:spChg chg="add mod">
          <ac:chgData name="Sari Thaa" userId="01dafee48578bd57" providerId="LiveId" clId="{10B47D26-EEAC-480D-82C7-38247AEBD8AE}" dt="2026-05-04T18:18:56.763" v="291" actId="255"/>
          <ac:spMkLst>
            <pc:docMk/>
            <pc:sldMk cId="3597609840" sldId="274"/>
            <ac:spMk id="5" creationId="{970EE812-04A0-474A-792F-D90E59BA58FB}"/>
          </ac:spMkLst>
        </pc:spChg>
        <pc:picChg chg="del">
          <ac:chgData name="Sari Thaa" userId="01dafee48578bd57" providerId="LiveId" clId="{10B47D26-EEAC-480D-82C7-38247AEBD8AE}" dt="2026-05-04T18:11:11.764" v="232" actId="478"/>
          <ac:picMkLst>
            <pc:docMk/>
            <pc:sldMk cId="3597609840" sldId="274"/>
            <ac:picMk id="3" creationId="{F2B44149-D602-43F9-5D40-C0BDDBC68B65}"/>
          </ac:picMkLst>
        </pc:picChg>
        <pc:picChg chg="add mod">
          <ac:chgData name="Sari Thaa" userId="01dafee48578bd57" providerId="LiveId" clId="{10B47D26-EEAC-480D-82C7-38247AEBD8AE}" dt="2026-05-04T18:18:19.491" v="277" actId="14100"/>
          <ac:picMkLst>
            <pc:docMk/>
            <pc:sldMk cId="3597609840" sldId="274"/>
            <ac:picMk id="4" creationId="{51EBA2BE-F040-DCC0-2B61-4F288296B049}"/>
          </ac:picMkLst>
        </pc:picChg>
      </pc:sldChg>
      <pc:sldChg chg="addSp delSp modSp add mod">
        <pc:chgData name="Sari Thaa" userId="01dafee48578bd57" providerId="LiveId" clId="{10B47D26-EEAC-480D-82C7-38247AEBD8AE}" dt="2026-05-05T10:23:41.864" v="380"/>
        <pc:sldMkLst>
          <pc:docMk/>
          <pc:sldMk cId="3125698813" sldId="275"/>
        </pc:sldMkLst>
        <pc:spChg chg="del mod">
          <ac:chgData name="Sari Thaa" userId="01dafee48578bd57" providerId="LiveId" clId="{10B47D26-EEAC-480D-82C7-38247AEBD8AE}" dt="2026-05-05T10:23:41.864" v="380"/>
          <ac:spMkLst>
            <pc:docMk/>
            <pc:sldMk cId="3125698813" sldId="275"/>
            <ac:spMk id="5" creationId="{E2B5084F-A372-D9DF-6CFF-A5D0DC500391}"/>
          </ac:spMkLst>
        </pc:spChg>
        <pc:picChg chg="add mod">
          <ac:chgData name="Sari Thaa" userId="01dafee48578bd57" providerId="LiveId" clId="{10B47D26-EEAC-480D-82C7-38247AEBD8AE}" dt="2026-05-05T10:23:28.286" v="376" actId="14100"/>
          <ac:picMkLst>
            <pc:docMk/>
            <pc:sldMk cId="3125698813" sldId="275"/>
            <ac:picMk id="3" creationId="{1DC7774D-721C-535B-08A8-CACEE51DD2E3}"/>
          </ac:picMkLst>
        </pc:picChg>
        <pc:picChg chg="del">
          <ac:chgData name="Sari Thaa" userId="01dafee48578bd57" providerId="LiveId" clId="{10B47D26-EEAC-480D-82C7-38247AEBD8AE}" dt="2026-05-05T10:17:11.861" v="317" actId="478"/>
          <ac:picMkLst>
            <pc:docMk/>
            <pc:sldMk cId="3125698813" sldId="275"/>
            <ac:picMk id="4" creationId="{36383CAF-ADFD-04C9-9305-A7A868B2EDC6}"/>
          </ac:picMkLst>
        </pc:picChg>
        <pc:picChg chg="add mod modCrop">
          <ac:chgData name="Sari Thaa" userId="01dafee48578bd57" providerId="LiveId" clId="{10B47D26-EEAC-480D-82C7-38247AEBD8AE}" dt="2026-05-05T10:19:19.299" v="345" actId="18131"/>
          <ac:picMkLst>
            <pc:docMk/>
            <pc:sldMk cId="3125698813" sldId="275"/>
            <ac:picMk id="38" creationId="{21311F16-4C13-1CF2-EF7C-28712C9DB013}"/>
          </ac:picMkLst>
        </pc:picChg>
        <pc:picChg chg="add mod modCrop">
          <ac:chgData name="Sari Thaa" userId="01dafee48578bd57" providerId="LiveId" clId="{10B47D26-EEAC-480D-82C7-38247AEBD8AE}" dt="2026-05-05T10:23:21.649" v="374" actId="14100"/>
          <ac:picMkLst>
            <pc:docMk/>
            <pc:sldMk cId="3125698813" sldId="275"/>
            <ac:picMk id="40" creationId="{230C09E3-A774-2881-6FB2-59088D359C9E}"/>
          </ac:picMkLst>
        </pc:picChg>
        <pc:picChg chg="add mod">
          <ac:chgData name="Sari Thaa" userId="01dafee48578bd57" providerId="LiveId" clId="{10B47D26-EEAC-480D-82C7-38247AEBD8AE}" dt="2026-05-05T10:23:35.914" v="378" actId="14100"/>
          <ac:picMkLst>
            <pc:docMk/>
            <pc:sldMk cId="3125698813" sldId="275"/>
            <ac:picMk id="42" creationId="{2646F92B-F3A3-EE91-9686-7F133624A459}"/>
          </ac:picMkLst>
        </pc:picChg>
      </pc:sldChg>
      <pc:sldChg chg="new del">
        <pc:chgData name="Sari Thaa" userId="01dafee48578bd57" providerId="LiveId" clId="{10B47D26-EEAC-480D-82C7-38247AEBD8AE}" dt="2026-05-04T18:13:16.941" v="235" actId="680"/>
        <pc:sldMkLst>
          <pc:docMk/>
          <pc:sldMk cId="3251990975" sldId="275"/>
        </pc:sldMkLst>
      </pc:sldChg>
      <pc:sldChg chg="addSp delSp modSp add mod">
        <pc:chgData name="Sari Thaa" userId="01dafee48578bd57" providerId="LiveId" clId="{10B47D26-EEAC-480D-82C7-38247AEBD8AE}" dt="2026-05-05T10:24:40.587" v="387" actId="255"/>
        <pc:sldMkLst>
          <pc:docMk/>
          <pc:sldMk cId="4247799198" sldId="276"/>
        </pc:sldMkLst>
        <pc:spChg chg="mod">
          <ac:chgData name="Sari Thaa" userId="01dafee48578bd57" providerId="LiveId" clId="{10B47D26-EEAC-480D-82C7-38247AEBD8AE}" dt="2026-05-05T10:24:40.587" v="387" actId="255"/>
          <ac:spMkLst>
            <pc:docMk/>
            <pc:sldMk cId="4247799198" sldId="276"/>
            <ac:spMk id="5" creationId="{C334D284-2A19-DF00-9E53-4D93CF3F9B0E}"/>
          </ac:spMkLst>
        </pc:spChg>
        <pc:picChg chg="del">
          <ac:chgData name="Sari Thaa" userId="01dafee48578bd57" providerId="LiveId" clId="{10B47D26-EEAC-480D-82C7-38247AEBD8AE}" dt="2026-05-05T10:21:49.067" v="358" actId="478"/>
          <ac:picMkLst>
            <pc:docMk/>
            <pc:sldMk cId="4247799198" sldId="276"/>
            <ac:picMk id="3" creationId="{6E39FBAA-2324-AB87-DB69-BBC66848C9AB}"/>
          </ac:picMkLst>
        </pc:picChg>
        <pc:picChg chg="add mod">
          <ac:chgData name="Sari Thaa" userId="01dafee48578bd57" providerId="LiveId" clId="{10B47D26-EEAC-480D-82C7-38247AEBD8AE}" dt="2026-05-05T10:23:46.637" v="381" actId="14100"/>
          <ac:picMkLst>
            <pc:docMk/>
            <pc:sldMk cId="4247799198" sldId="276"/>
            <ac:picMk id="4" creationId="{BA1FD182-E39C-3F78-F2E2-F1AFF9811C9E}"/>
          </ac:picMkLst>
        </pc:picChg>
        <pc:picChg chg="del">
          <ac:chgData name="Sari Thaa" userId="01dafee48578bd57" providerId="LiveId" clId="{10B47D26-EEAC-480D-82C7-38247AEBD8AE}" dt="2026-05-05T10:21:52.457" v="360" actId="478"/>
          <ac:picMkLst>
            <pc:docMk/>
            <pc:sldMk cId="4247799198" sldId="276"/>
            <ac:picMk id="40" creationId="{BD78137F-F074-9FBC-B477-DA5EAE484AE5}"/>
          </ac:picMkLst>
        </pc:picChg>
        <pc:picChg chg="del">
          <ac:chgData name="Sari Thaa" userId="01dafee48578bd57" providerId="LiveId" clId="{10B47D26-EEAC-480D-82C7-38247AEBD8AE}" dt="2026-05-05T10:21:50.744" v="359" actId="478"/>
          <ac:picMkLst>
            <pc:docMk/>
            <pc:sldMk cId="4247799198" sldId="276"/>
            <ac:picMk id="42" creationId="{A8A0E4D7-A3D6-CCAA-3A51-C6D6C3B54F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 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06\05\2026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Event Management Using Spring MVC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A.Dhanunjaya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VTU25920 – 23UECS0644.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 .S . HEMAMALINI –M.E.,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Education,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SDG 9 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57400" y="1333500"/>
            <a:ext cx="152347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Campus Event Management System is a web-based platform developed to automate the process of managing college events and student registrations.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event management in colleges often relies on manual announcements and record keeping, which leads to inefficiency and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centralized system for event creation, scheduling, registration, and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browse available events, register online, and manage their participation.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create, update, and monitor events through a secure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communication, reduces paperwork, and enhances event coordination.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using Spring Boot following MVC architecture for scalability and maintainability.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educational institutions still manage campus events manually through notices, spreadsheets, and physical registration processes.</a:t>
            </a:r>
          </a:p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delays, duplicate registrations, poor tracking of participants, and inefficient communication between organizers and students.</a:t>
            </a:r>
          </a:p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platform for managing event details, registrations, and participation status.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secure and automated web-based system is required to streamline campus event management and improve operational efficiency.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secure web-based Campus Event Management System for managing events and student registrations efficiently.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automated event registration, tracking, and administrative control to improve campus event coordination.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platform for campus event management.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administrators to create, edit, and delete events.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students to view available events and register online.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duplicate event registrations using validation mechanisms.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registration records in a structured database.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role-based secure authentication for admins and students.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dashboard views for monitoring events and registrations.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efficiency, accuracy, and accessibility over manual systems.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credentials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 entered by admin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requests from students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 via Spring Security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handled by Service Layer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event and registration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for duplicate/invalid operations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Students, Events, and Registrations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using JPA Repositories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Listings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Confirmation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Reports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Registered Events 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A3EF4-DFB5-A63F-950D-78D71744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B370CAE-5575-C2C4-C5B6-85A17C857F0F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EC78649-CC92-6613-ECC6-58035B8EE6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B66E781-0A35-694E-F7C2-822BFC424E5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AA11119-19AB-0CE5-D2D7-2175395D677E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45F7D2A-BB7E-DC1C-F11E-39D186B756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4DDBF25-F110-1B2A-AF3B-68AB8859F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713F71D-4391-B25F-A2FB-E8D77056A476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CB05833-C653-54A3-20C8-5576D90136D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F4BD226-9AD6-C903-A9F8-6CEE7BD940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FEA2206-35C0-6DCD-3D68-7373E27F2FB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92BE1C9-E1FE-59CE-8495-8577822E24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1028149-1214-154D-9B9A-415481E30C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8BDA3FC-2460-B027-FF2E-B90AF6DEB62C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7B40C3B-8FF6-7929-2158-F56B8F27019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1D427A8-7522-E972-76DF-68684EFDDA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CF25D2F-17CC-B096-E382-8A20FEB8D24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45F77FC-69CB-D3EC-4F79-4B715B295AF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23D5AAA-742C-AB40-FD15-620AF1BE477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18A6490-2647-7CE3-50E8-E59E22E029C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B4A49A0-C187-1927-8643-B197CFAA876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C835AD8-7CD8-3FAB-A45C-B2DF1345644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E69AC25-075A-EBE2-712A-9D6574D0815C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13C3C7A3-9B48-B847-0D12-DA8A01CD10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E02391D-7A08-FEAA-CC9E-9EF08B9AF48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395389A-1081-296B-8037-8779EF166927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1A8F69F-68DA-962A-1601-204EFC9CFF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28397A7C-E801-C656-F47A-759FA06A3E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41ECA0C9-56F4-C8F1-C383-DA8AA824D137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015DFF2-A52C-82CB-18AF-F79F8DAA0B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EAFDDB1E-D9CC-3BB3-E341-1C9BC016AB7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C0F6B8C2-C1C8-BBEA-7469-F1BF8212287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68E793-6DDF-3FE4-0DC8-FC48AC62131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ampus event management system diagram">
            <a:extLst>
              <a:ext uri="{FF2B5EF4-FFF2-40B4-BE49-F238E27FC236}">
                <a16:creationId xmlns:a16="http://schemas.microsoft.com/office/drawing/2014/main" id="{E44FF0F3-6227-202B-4104-9BAAE6889B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36195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7B65E-AA12-BF87-B096-C86196E1D085}"/>
              </a:ext>
            </a:extLst>
          </p:cNvPr>
          <p:cNvSpPr txBox="1"/>
          <p:nvPr/>
        </p:nvSpPr>
        <p:spPr>
          <a:xfrm>
            <a:off x="5752476" y="10206"/>
            <a:ext cx="1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EB2E9E8-6163-C18D-D0D0-9CC684E9C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93" y="1836843"/>
            <a:ext cx="13548707" cy="786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F196B-D706-91F8-1E4F-5C23712A90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44"/>
          <a:stretch>
            <a:fillRect/>
          </a:stretch>
        </p:blipFill>
        <p:spPr>
          <a:xfrm>
            <a:off x="2180492" y="1485900"/>
            <a:ext cx="14278708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637131"/>
            <a:ext cx="15082325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HTML,CSS,JavaScript,Thymeleaf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Template Engine</a:t>
            </a: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Java,Spring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Boot,Spring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MVC,Spring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</a:t>
            </a: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Integration / AI Rule-Based Chatbot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code,Maven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8GB RAM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17+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Server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Web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Management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login, registration, dashboard access, and event participation tracking.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create, update, delete, and manage event details.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Registration Management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student event registrations with duplicate registration prevention.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Admin Dashboard &amp; Analytics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statistics, participant counts, and registration overview.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Chatbot Assistance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chatbot support for user queries and navigation help.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2C0F0-0422-3F2A-187E-3210676AF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664" y="1759927"/>
            <a:ext cx="13526672" cy="5440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4D9EB3-BFA5-634F-CA0E-8672ADA6E051}"/>
              </a:ext>
            </a:extLst>
          </p:cNvPr>
          <p:cNvSpPr txBox="1"/>
          <p:nvPr/>
        </p:nvSpPr>
        <p:spPr>
          <a:xfrm>
            <a:off x="2343149" y="7630537"/>
            <a:ext cx="1175385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welcome interface and navigation options for students and administrators.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 flipV="1">
            <a:off x="11353800" y="1401830"/>
            <a:ext cx="5938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CFC9B-9DBF-4948-A96C-AB1436ED8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5" r="13507" b="15205"/>
          <a:stretch>
            <a:fillRect/>
          </a:stretch>
        </p:blipFill>
        <p:spPr>
          <a:xfrm>
            <a:off x="2395171" y="1628884"/>
            <a:ext cx="6596429" cy="3971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DD7C06-5CFD-B910-9AE9-A5829951025D}"/>
              </a:ext>
            </a:extLst>
          </p:cNvPr>
          <p:cNvSpPr txBox="1"/>
          <p:nvPr/>
        </p:nvSpPr>
        <p:spPr>
          <a:xfrm>
            <a:off x="2343148" y="7170831"/>
            <a:ext cx="12211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interface for accessing personalized dashboard.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CDA403-D3C3-6275-7D6A-8530ECFAE6EB}"/>
              </a:ext>
            </a:extLst>
          </p:cNvPr>
          <p:cNvSpPr txBox="1"/>
          <p:nvPr/>
        </p:nvSpPr>
        <p:spPr>
          <a:xfrm>
            <a:off x="2343148" y="5986264"/>
            <a:ext cx="14160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page for administrator access.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11EE7D0-1663-CB2D-E743-5B2D9A574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22" y="1998830"/>
            <a:ext cx="7421878" cy="360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15DC7-F4FB-78B8-29CA-99478D40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C9EBCA0-8306-9639-9DB9-D11BABE69B2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C1D4E6-4C77-A69D-55FB-B236AE2BA8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33AFD24-C2AA-9BCA-AE35-AF0164181ED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E4CEF72-941F-031F-698F-9D870BBD0651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3FB85E8-77ED-D1A6-8F80-5C95D07BE8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8A841B2-AFB5-0DA8-E638-2B3C7A38135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6478416-A570-721D-0FB4-DF99968088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651A691-2D85-F27C-F848-AE4D18E5D2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BA17FD2-2579-07E0-35E9-D8661419B0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E608C95-0CE8-4826-EAE6-F6C3771EE2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28B3158-D1F0-DDB6-2E21-9A7339C7AC5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C19684C-445A-321D-E74D-D1B84D4928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258EFD4-41BF-1332-CF32-16F6CDC4C608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A0046A3-C6BB-FDFB-85D9-D59E7F8CCAA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9821AFD-A052-1366-A3AB-EFCBEDA517C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B5572E0-4B4C-F746-A0B5-F0359DD842C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B6AB339-F1E3-C773-51A1-C256BBEB3AB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D961CE0-BF8D-FA31-CC8A-7467713DF9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4242B34-8E70-F0E8-3DA4-4EFDE47E0E00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E310096-6D6D-6275-F814-C490DDA912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D7DC397-B121-E071-22A4-6D9B8AB187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CB3D75B-C1DA-1844-4D28-C616721F198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95D1F68-9EDF-69CE-7A57-35346EEF56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8E6D37C-9DFC-291A-9B9F-7571764DB4E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38D2DE5-E185-4F43-576F-A1F62702DA9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7EFC5B2-4ACD-3D2A-4B81-FD4532D364D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B4D9926-048A-2C69-7123-F90F8DB8FE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A42FACBF-573F-8DE7-0884-D374D69F7450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66578322-B5B5-D69B-09E9-14171D0C402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D7209B9-6C71-F712-45AB-E1FC992BB2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F83409-84EA-F8BD-B9D3-5A88FB25E14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2536F0F-CA06-A93E-6886-05FD85555CD4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2C7777-0BFF-1AC2-F001-DFA458032332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F4C97-F415-875E-20D7-13D7BE19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82"/>
          <a:stretch>
            <a:fillRect/>
          </a:stretch>
        </p:blipFill>
        <p:spPr>
          <a:xfrm>
            <a:off x="2712410" y="2004211"/>
            <a:ext cx="14168468" cy="46729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F8188A-0109-90A7-5670-DCCB66A5DC57}"/>
              </a:ext>
            </a:extLst>
          </p:cNvPr>
          <p:cNvSpPr txBox="1"/>
          <p:nvPr/>
        </p:nvSpPr>
        <p:spPr>
          <a:xfrm>
            <a:off x="2758778" y="6677155"/>
            <a:ext cx="12816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Page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manage all event-related operations.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981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ABAE1C-5694-8C61-2F5E-643F5FA6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48" y="1903314"/>
            <a:ext cx="13219352" cy="5371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3F9076-C436-22D2-DC00-411E6E1E49DE}"/>
              </a:ext>
            </a:extLst>
          </p:cNvPr>
          <p:cNvSpPr txBox="1"/>
          <p:nvPr/>
        </p:nvSpPr>
        <p:spPr>
          <a:xfrm>
            <a:off x="2630248" y="7760846"/>
            <a:ext cx="13219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available events and student participation details.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8933C-A271-FA02-6D33-77B26D31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89832868-6EA6-A73A-A6CC-B039BE42664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A4CD40-6CC5-BB7B-9388-89FE9C10D5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F705392-7C6E-D135-E547-659649DB1AE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8384283-06B5-FF2D-6EF4-2BDEA238AD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424F61-BDA1-5F56-0958-E26DC4FAC1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54EC6A6-90F8-E8E3-D8DD-712483FEE7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55B5235-4650-F065-C506-E18403E09EB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E5108FA-9D60-68EF-2EBC-BB3F7B63EC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9FBDF45-C77A-792D-5A3A-FFD8E302B87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070BFA4-9470-45AA-5DDA-CBDDD16AD0A5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3DE2B78-18E8-E449-7ED0-D66D5E28A5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857260-8E28-2163-4EB3-AC63271147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FFCDA7A-39A9-F29A-2389-5D3DDF94D9E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948B900-4690-65AB-5773-E797D969D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5201EF9-674D-C6DF-7510-00DBD3FE21A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69CE110-D30F-EE5A-581F-FAD54CD3A8A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6CFC06A-963E-F63E-2C7C-92692EC13FF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3373494-C73C-4D86-E46E-8E1281D999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34A6F03-F126-B91F-DE88-8DA7393D95F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1F642AE-951B-6904-1924-8D0D0559BD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8528AB7-D87F-5F89-118A-77AB5B70AC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50EF218-CAB3-AA87-D580-9C1D62D6E91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347D342-076B-C7FE-A07C-F032AEEDEE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A33C9E4-A501-F473-3020-350EDA90964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1F3BA7-D003-D61B-39E8-443EBB9AC14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C9A84EA-A258-A95F-5058-EED46E78255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8FA1CF0-6B52-D44B-9BA9-EE95431A245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6E6F0D88-A688-EF41-83BF-D732436557CA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7CB4EAE-8586-B20F-CB5F-0743D34842C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E84ACF1-3C57-EE4A-2B56-5378EE28A1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5D0BDC-7629-B704-0199-E3D5895AE3D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DF94845-84FE-3AF5-3665-84480B422E1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E00B91-B8C0-9DC9-B163-9E45A916E422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BEA6E8-C0AA-A4C7-4A8D-FAE49C71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25" y="1600737"/>
            <a:ext cx="13882503" cy="60456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08A72E-CCBF-C52C-3DB4-B65F6E6566F1}"/>
              </a:ext>
            </a:extLst>
          </p:cNvPr>
          <p:cNvSpPr txBox="1"/>
          <p:nvPr/>
        </p:nvSpPr>
        <p:spPr>
          <a:xfrm>
            <a:off x="2516626" y="8304651"/>
            <a:ext cx="13882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register for desired events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917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8EA46-9C46-E4DD-21A7-FB75D9DD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50917C9-0C62-09EC-D2F6-27BAD44B6F82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2FF1187-D5DF-D50E-4AFC-255CA7D9D7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742E0EA-BA9A-3239-9C2E-ECCC5E35326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2A660CF-F0F2-A05C-6366-0D5BFA779BA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BAA9D2F-576E-0EAA-5680-214CEB2578A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77B6FCE-9025-76C6-9050-729FC92909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79ECE20-C846-086A-19A1-56BB12A0BEE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39C6DEC-80B5-D6EB-ABB0-07883CB3EE1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DD02383-3971-763D-3D77-A5925BFA70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40BCB46-02BE-84A0-B084-C4CB6B2F02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BA62A0C-70F9-9313-F149-91C016BA5A5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46F12A0-FEFC-6808-65BC-34527A7BAB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071257-ABC6-67FA-B9AE-590654814A18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76CF3FE-1E7F-AE33-940E-55134D0362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0A1B118-F856-3825-EA47-8B007D9DC4B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223CFB3-3351-CDF8-EA2C-9762B3F2510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E11A5A0-193E-BECA-78AF-2CF195BAD8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FD45492-DB2D-E5B5-8EAF-6D749AABAA1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8BC097B-C3AE-4D87-E8C6-04C8B1BDA0B3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5BE2B69-6826-D8D8-F451-A2A176B19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D8B330D-04E7-554B-B6E1-92B9686EA55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171C78-FF43-2236-CFB6-113BC68652E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3A0CC58-E691-8DCF-31D6-B40E9B2E2F2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FCF9F53-99B5-E9A7-C02F-494EFD5D66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1FA3874-01BD-9CF1-5E48-467CBE84732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337984B-F8C4-DB9E-A13A-374896137DA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BBC54C7-D4E8-1BAE-24E3-8C3FC749CF0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4242A061-8F62-93C7-1BAE-7717DD720CF9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7A7CEF1-9755-7DEC-28BC-37CFBEB447D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59A351C-7DF4-F48E-D175-2BA0DBB08C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A335965-57A6-A67E-BFDC-D7B1D60902F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CBB1D6E-5DF6-1660-F586-515F2DFD901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7EB481-FC55-6E36-F458-2DBA6072836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BA2BE-F040-DCC0-2B61-4F288296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27" y="1790409"/>
            <a:ext cx="14143946" cy="6172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0EE812-04A0-474A-792F-D90E59BA58FB}"/>
              </a:ext>
            </a:extLst>
          </p:cNvPr>
          <p:cNvSpPr txBox="1"/>
          <p:nvPr/>
        </p:nvSpPr>
        <p:spPr>
          <a:xfrm>
            <a:off x="2209800" y="849659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Statistics Page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registration metrics and event analytics.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60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A9B71-31DE-F5D7-2E68-221840EF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CEFEECED-D02B-4052-CA18-0C6447ACD48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71DB370-6AD2-3B92-90A3-B67725D9EA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F059D59-6FEE-08E3-9D62-C4B482D7217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EEC3088-DED6-08F7-CB99-D9E1B533A03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0E87A6F-DC7F-DCD2-B90C-0691A60ED1B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5BC7BDA-B362-05A8-8B52-8EA09CA0F0D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250B5C1-2AD1-B9D1-E9D6-60B20F24A09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A52B91C-30BA-AC82-F3D4-345DEA210A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538DA91-96BB-8399-5713-3C36FF14ABE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4970506-2A05-2462-6F34-6A43C216FD3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45BA01A-CA91-8F51-BF10-9B4EEB19F0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729D4FD-E54F-4E39-AC20-30CE864AA3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2F94F3-5E6C-5039-017D-80FB759B355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1A023EF-23F5-9564-F104-125529AC113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041934A-2052-C0FF-E2D0-61D610991A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2F62EB-66EF-DCD3-7D4C-4F54E7AF527E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BDB845E-AB91-60A9-E9A2-2786F44F01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003FEC6-42D2-793F-B6A9-5540E42AE8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E4962F1-3C9B-5436-F835-9C704AAD6D83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6298F8E-1519-F4D4-371D-445642FEE5C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61454FB-4275-1C05-9AD2-5A336392AC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A4C9854-93E7-CEE9-C755-8C006B015FC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6E25BB7-B706-C6C7-469B-1F4F51201D5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62B0A24-E61B-568F-1987-FB26784ECF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A765A0D-DE4B-6ED0-4325-923C81C9FCE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9AAE23B-2769-68F9-724E-E44FC1896B1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DAAA06D2-29BF-5F4E-04D3-551907A5795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2F8538AE-2025-12CE-EA0F-15991B2BED0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F1CFA01-10F9-22FE-D2DD-C60B4E7896B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40BCC9B-F772-A632-42C6-3845CC8FC9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B56720E-CEF0-7A77-7F58-966AD19713A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56C54D0-681B-AD1E-930D-FC06E697FD0A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AE3E65-4293-C119-10F7-D92570C288FF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7774D-721C-535B-08A8-CACEE51DD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09" y="1785710"/>
            <a:ext cx="7305691" cy="2671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311F16-4C13-1CF2-EF7C-28712C9DB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-121544" r="-50000" b="121544"/>
          <a:stretch>
            <a:fillRect/>
          </a:stretch>
        </p:blipFill>
        <p:spPr>
          <a:xfrm>
            <a:off x="7619392" y="1824692"/>
            <a:ext cx="10066641" cy="26515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30C09E3-A774-2881-6FB2-59088D359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26"/>
          <a:stretch>
            <a:fillRect/>
          </a:stretch>
        </p:blipFill>
        <p:spPr>
          <a:xfrm>
            <a:off x="2243415" y="4830602"/>
            <a:ext cx="15308997" cy="488761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46F92B-F3A3-EE91-9686-7F133624A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01" y="1762306"/>
            <a:ext cx="7227311" cy="258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98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DBADF-8BCF-2FC8-2952-6FEED18F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D45331C-26BD-816D-001B-D510DB8A199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9BE6B3-83F2-FEA6-64BC-30F0F3AE39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090442-048F-ED6A-8CF3-19B1CB0F482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BD83E77-12BF-2C6F-D8B4-05DCDD25AA5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596DD82-A3F7-F049-89DC-F6ED2A2916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7C66EC9-5EE1-CBDC-DFA7-2243B0C84FF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D0D8F2E-EF7D-C3FB-B5B7-04484892996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86F2819-1980-1A63-6E40-4CE9C12FD6F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B27856A-5E2C-261D-7D21-FBB75ECF13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3E9846C-09DA-23A5-B647-9C66C3180A5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7A55D6F-7E63-31EA-EAC8-16BA8A86788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D4ADD9B-D3F3-73EC-4ED3-2B2FD665E23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BBCD6E-6667-A619-7530-1E4DDAD24C3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0D52DDC-F842-0B73-2F30-C332FB1C3A3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3CC175A-DE23-D569-C9BF-CDF40B3F56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520932C-D575-3748-C79B-BDEB47F77F3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A885A27-9C97-7007-09D9-A9E4EDA842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4EC617A-1A8E-4C71-6C6F-D8D479F28E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9978033-6F1A-4042-A5B8-575CB14C2DC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E3B5A9A-324C-E950-BD6F-65814DC90F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E2F1CCD-7AA8-86A9-0060-6A0830E9463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1B2F18C-4AC5-5220-6337-3110622B58C4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5D90982-BFFA-B300-A469-1233EB3E777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763BF498-1767-022F-04FE-24976507D4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BBCC37E-A40B-5A29-1DF6-EAF1784ACBCB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6CF907A-9296-3BB5-6F3B-885DCB87AF9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3E2E98-2216-2B31-144F-E7140900828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526F7DED-BAC8-3478-A7DA-C3BC9B42EF95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0FB8610-4457-B397-4DBA-5A18C912801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8EC68D0-4A53-C0FF-796F-C226E21BE1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88B278E-EE76-CF97-2BF0-DDFF26897F1B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7ECC228-90B4-0AC7-0BDB-4572DB9003F9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8BFD72-EDEE-0ED7-098E-5C5B5B8B491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4D284-2A19-DF00-9E53-4D93CF3F9B0E}"/>
              </a:ext>
            </a:extLst>
          </p:cNvPr>
          <p:cNvSpPr txBox="1"/>
          <p:nvPr/>
        </p:nvSpPr>
        <p:spPr>
          <a:xfrm>
            <a:off x="2113656" y="6901279"/>
            <a:ext cx="13354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Screenshot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MySQL tables storing students, events, and registrations with sample records.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791E79-8C9D-778C-EF27-6684F69DA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-121544" r="-50000" b="121544"/>
          <a:stretch>
            <a:fillRect/>
          </a:stretch>
        </p:blipFill>
        <p:spPr>
          <a:xfrm>
            <a:off x="7619392" y="1824692"/>
            <a:ext cx="10066641" cy="26515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1FD182-E39C-3F78-F2E2-F1AFF9811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010" y="1824692"/>
            <a:ext cx="15533990" cy="430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99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CA4EA-31C8-4811-8630-CF4EDBAF59FC}"/>
              </a:ext>
            </a:extLst>
          </p:cNvPr>
          <p:cNvSpPr txBox="1"/>
          <p:nvPr/>
        </p:nvSpPr>
        <p:spPr>
          <a:xfrm>
            <a:off x="2468986" y="1765695"/>
            <a:ext cx="13286647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campus event management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role-based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for students and administrators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and registration tracking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internet/network availability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limited to campus-level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support in current version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chatbot functionality only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976</Words>
  <Application>Microsoft Office PowerPoint</Application>
  <PresentationFormat>Custom</PresentationFormat>
  <Paragraphs>382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Times New Roman</vt:lpstr>
      <vt:lpstr>Bookman Old Style</vt:lpstr>
      <vt:lpstr>Calibri</vt:lpstr>
      <vt:lpstr>Cambria</vt:lpstr>
      <vt:lpstr>Gotham Bold Italics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Sari Thaa</cp:lastModifiedBy>
  <cp:revision>13</cp:revision>
  <dcterms:created xsi:type="dcterms:W3CDTF">2006-08-16T00:00:00Z</dcterms:created>
  <dcterms:modified xsi:type="dcterms:W3CDTF">2026-05-05T10:56:55Z</dcterms:modified>
  <dc:identifier>DAHCaYqJ9OU</dc:identifier>
</cp:coreProperties>
</file>