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63" r:id="rId10"/>
    <p:sldId id="264" r:id="rId11"/>
    <p:sldId id="269" r:id="rId12"/>
    <p:sldId id="267" r:id="rId13"/>
    <p:sldId id="272" r:id="rId14"/>
    <p:sldId id="268" r:id="rId15"/>
    <p:sldId id="270" r:id="rId16"/>
    <p:sldId id="265" r:id="rId17"/>
  </p:sldIdLst>
  <p:sldSz cx="18288000" cy="10287000"/>
  <p:notesSz cx="6858000" cy="9144000"/>
  <p:embeddedFontLst>
    <p:embeddedFont>
      <p:font typeface="Bookman Old Style" panose="02050604050505020204" pitchFamily="18" charset="0"/>
      <p:regular r:id="rId18"/>
      <p:bold r:id="rId19"/>
      <p:italic r:id="rId20"/>
      <p:boldItalic r:id="rId21"/>
    </p:embeddedFont>
    <p:embeddedFont>
      <p:font typeface="Cambria" panose="02040503050406030204" pitchFamily="18" charset="0"/>
      <p:regular r:id="rId22"/>
      <p:bold r:id="rId23"/>
      <p:italic r:id="rId24"/>
      <p:boldItalic r:id="rId25"/>
    </p:embeddedFont>
    <p:embeddedFont>
      <p:font typeface="Gotham" panose="020B0604020202020204" charset="0"/>
      <p:regular r:id="rId26"/>
    </p:embeddedFont>
    <p:embeddedFont>
      <p:font typeface="Gotham Bold Italics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i Thaa" userId="01dafee48578bd57" providerId="LiveId" clId="{10B47D26-EEAC-480D-82C7-38247AEBD8AE}"/>
    <pc:docChg chg="custSel delSld modSld">
      <pc:chgData name="Sari Thaa" userId="01dafee48578bd57" providerId="LiveId" clId="{10B47D26-EEAC-480D-82C7-38247AEBD8AE}" dt="2026-04-20T04:51:48.738" v="65" actId="20577"/>
      <pc:docMkLst>
        <pc:docMk/>
      </pc:docMkLst>
      <pc:sldChg chg="modSp mod">
        <pc:chgData name="Sari Thaa" userId="01dafee48578bd57" providerId="LiveId" clId="{10B47D26-EEAC-480D-82C7-38247AEBD8AE}" dt="2026-04-20T04:51:48.738" v="65" actId="20577"/>
        <pc:sldMkLst>
          <pc:docMk/>
          <pc:sldMk cId="0" sldId="256"/>
        </pc:sldMkLst>
        <pc:spChg chg="mod">
          <ac:chgData name="Sari Thaa" userId="01dafee48578bd57" providerId="LiveId" clId="{10B47D26-EEAC-480D-82C7-38247AEBD8AE}" dt="2026-04-20T04:51:48.738" v="65" actId="20577"/>
          <ac:spMkLst>
            <pc:docMk/>
            <pc:sldMk cId="0" sldId="256"/>
            <ac:spMk id="16" creationId="{A7AA51DE-E8D7-A1B4-BC0D-B25C8A0C467A}"/>
          </ac:spMkLst>
        </pc:spChg>
        <pc:spChg chg="mod">
          <ac:chgData name="Sari Thaa" userId="01dafee48578bd57" providerId="LiveId" clId="{10B47D26-EEAC-480D-82C7-38247AEBD8AE}" dt="2026-04-20T04:51:36.106" v="63" actId="20577"/>
          <ac:spMkLst>
            <pc:docMk/>
            <pc:sldMk cId="0" sldId="256"/>
            <ac:spMk id="27" creationId="{AC6C53BF-3850-6683-E07F-D595EC8B02B2}"/>
          </ac:spMkLst>
        </pc:spChg>
      </pc:sldChg>
      <pc:sldChg chg="del mod chgLayout">
        <pc:chgData name="Sari Thaa" userId="01dafee48578bd57" providerId="LiveId" clId="{10B47D26-EEAC-480D-82C7-38247AEBD8AE}" dt="2026-04-19T06:14:50.311" v="2" actId="2696"/>
        <pc:sldMkLst>
          <pc:docMk/>
          <pc:sldMk cId="1998101144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</a:t>
            </a:r>
            <a:r>
              <a:rPr lang="en-IN" sz="36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2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20\04\2026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89438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A.DHANUNJAYA – VTU25920–23UECS0644</a:t>
            </a:r>
            <a:endParaRPr lang="en-IN" sz="3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Dr.S.HEMAMALINI-M.E.,</a:t>
            </a:r>
            <a:r>
              <a:rPr lang="en-US" sz="30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Ph.D</a:t>
            </a:r>
            <a:r>
              <a:rPr lang="en-US" sz="3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.,</a:t>
            </a:r>
            <a:endParaRPr lang="en-IN" sz="3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SDG 4,9 – Quality Education,  Industry Innovation and Infrastructure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0" y="1638300"/>
            <a:ext cx="15082325" cy="12280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Campus events like workshops, seminars, and technical programs are conducted regularly in colleges. Managing these events manually is difficult and time-consuming.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often do not get proper information about events. Admins also struggle to track registrations and event details.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provides a simple web-based system where: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Students can view and register for events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Admin can manage events easily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All data is stored securely in a database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built using Spring Boot and follows MVC architecture.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9800" y="1638300"/>
            <a:ext cx="15082325" cy="12711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many colleges, event management is done manually or using basic tools.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include: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centralized system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Difficulty in tracking registrations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Manual errors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Lack of real-time updates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proper statistics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automated web application that manages events efficiently and securely.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121938" y="2706106"/>
            <a:ext cx="15082325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web-based Smart Campus Event Management System.</a:t>
            </a:r>
          </a:p>
          <a:p>
            <a:pPr marL="457200" indent="-457200">
              <a:buFontTx/>
              <a:buChar char="-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secure admin management and student registration using Spring Boot and JPA</a:t>
            </a:r>
            <a:r>
              <a:rPr lang="en-US" sz="2800" dirty="0"/>
              <a:t>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9800" y="1638300"/>
            <a:ext cx="15082325" cy="12895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proposed system is a web-based application that allows: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Admin to create, update, delete events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Students to browse and register for events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Secure admin login using Spring Security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storage using H2 database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Form validation for user inputs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Event registration tracking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Fully automated system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Secure authentication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Easy to use interface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database updates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Simple and scalable architecture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(Insert block diagram)  -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Explain: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/>
              <a:t>Input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/>
              <a:t>Processing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/>
              <a:t>Database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/>
              <a:t>Output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1CCB633-54E7-D406-E88B-3F1D388FF6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669" y="1462560"/>
            <a:ext cx="14630400" cy="85428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F45E3B-CC10-B640-3953-7EA72C433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5E13AD34-B2C5-6484-7F7F-14BA3A4FC513}"/>
              </a:ext>
            </a:extLst>
          </p:cNvPr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462B9AE-A260-51AF-C35C-051EE058522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46BEE37-DD84-A987-0701-1F9DE040B095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DE417CBB-6235-C449-5AB8-9E69400CD94C}"/>
              </a:ext>
            </a:extLst>
          </p:cNvPr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05FA92E5-FDCA-AA68-4A7A-E73F7FB001D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0BB9217B-7E0B-1563-5E50-B88AAA145D9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12D21783-363D-91C7-F8CB-240F79DC83BE}"/>
              </a:ext>
            </a:extLst>
          </p:cNvPr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44F7C327-A4C1-65F9-28C5-FD3226AA3FD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93B241E5-54AC-DAED-25F4-59559CDB179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E4D41FEF-8E50-FD05-1CF2-D1EC2CF1FD86}"/>
              </a:ext>
            </a:extLst>
          </p:cNvPr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FC94BB-4A0B-BE64-4AF9-A74E65F5F97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1933776A-39E8-73E3-7959-194787158D6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15F2ECDE-C9E7-E1B2-1BBF-DB7993B59A39}"/>
              </a:ext>
            </a:extLst>
          </p:cNvPr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E6289325-C8D1-7F87-2D0E-CA178F05327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8B3E0280-CEFB-DCF6-2E88-A866B441B90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BAF94538-CC4A-728E-A939-419DD8A6CE48}"/>
              </a:ext>
            </a:extLst>
          </p:cNvPr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8E52BDEE-B696-E355-5ACE-DC971203D15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AFDFA0A6-1349-3AC7-4293-0825E79760B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85C777B-8C64-FF56-11FD-C66B3CA8B394}"/>
              </a:ext>
            </a:extLst>
          </p:cNvPr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C0F8E7F3-BE47-4538-C173-71FD90032D0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019A49C1-FB19-D8FE-3897-20AE974D64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1CA6EBE6-BC4D-FA08-3C35-1139DDF524CF}"/>
              </a:ext>
            </a:extLst>
          </p:cNvPr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68BED7E8-DBEA-8F4D-5AD6-1976173A4E6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6401C126-F4EF-803F-50C2-741BE2E890A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540AD785-FCF4-ED0A-7C6E-12F960AB5EFC}"/>
              </a:ext>
            </a:extLst>
          </p:cNvPr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C150A95C-18A9-8CA5-3843-E2C75319F81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5EC5DF53-2A35-DC7C-7747-4477C0BFCF9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A3A58A77-AA05-C348-3616-56247C861EBA}"/>
              </a:ext>
            </a:extLst>
          </p:cNvPr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99C400E5-25E5-2F23-CCA4-7DC9153275A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B0CAB466-77E2-950A-9CCE-6B1FF31E946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D4C9E76A-C616-3871-A8D0-D1F1F89629F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D822515-768D-3D6E-E4C2-86F24FA55E83}"/>
              </a:ext>
            </a:extLst>
          </p:cNvPr>
          <p:cNvSpPr txBox="1"/>
          <p:nvPr/>
        </p:nvSpPr>
        <p:spPr>
          <a:xfrm>
            <a:off x="190500" y="373995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579F93C-31FC-AEE9-17B0-4D158FDB3640}"/>
              </a:ext>
            </a:extLst>
          </p:cNvPr>
          <p:cNvSpPr txBox="1"/>
          <p:nvPr/>
        </p:nvSpPr>
        <p:spPr>
          <a:xfrm>
            <a:off x="2667000" y="1735785"/>
            <a:ext cx="13646420" cy="683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Layer (Browser)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layer represents the Admin and Students who access the system through a web browser to manage and register for campus events.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Layer (HTML + CSS +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layer provides the user interface of the application, displaying event details, forms, dashboards, and success messages using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templates.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 Layer (Spring MVC)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Controller layer handles incoming HTTP requests, processes user actions, and connects the frontend with the backend logic using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AdminController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StudentController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Layer (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EventService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layer contains the business logic of the application, such as saving events, fetching event lists, and processing registrations.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Repository Layer (Spring Data JPA)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Repository layer communicates with the database and performs CRUD operations using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EventRepository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RegistrationRepository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Layer (H2 Database)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layer stores all event and registration data securely in the H2 database file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eventdb.mv.db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1338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331D96-2D5E-281D-38B1-BE6F891EB2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1284262"/>
            <a:ext cx="13106400" cy="8686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1258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HTML5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CSS3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Spring Boot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Spring MVC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Spring Core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H2 Database (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eventdb.mv.db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Spring Security (Basic Authentication)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Eclipse IDE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Maven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Embedded Tomcat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9800" y="1638300"/>
            <a:ext cx="15082325" cy="9202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Admin Management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login and event management operations like add, edit, delete.</a:t>
            </a:r>
          </a:p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Student Module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students to browse and register for events.</a:t>
            </a:r>
          </a:p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Service Layer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business logic using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EventService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Database Module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event and registration details using JPA and H2 database.</a:t>
            </a:r>
          </a:p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Security Module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authentication using Spring Security.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A73F00-1A02-E6B2-DB0D-D5EA17E3D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1" y="1898400"/>
            <a:ext cx="10515600" cy="4921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F1B7E6-4D6A-44CD-193B-372C43710D9C}"/>
              </a:ext>
            </a:extLst>
          </p:cNvPr>
          <p:cNvSpPr txBox="1"/>
          <p:nvPr/>
        </p:nvSpPr>
        <p:spPr>
          <a:xfrm>
            <a:off x="2819401" y="6819900"/>
            <a:ext cx="9905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Page: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landing page of the system.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C43A6F-719B-9A27-7E5B-124DBAC6F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8778" y="1791668"/>
            <a:ext cx="8145997" cy="49272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2D9999-306E-23E6-F533-20A4095092AB}"/>
              </a:ext>
            </a:extLst>
          </p:cNvPr>
          <p:cNvSpPr txBox="1"/>
          <p:nvPr/>
        </p:nvSpPr>
        <p:spPr>
          <a:xfrm>
            <a:off x="2758778" y="7553314"/>
            <a:ext cx="103476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Login Page: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logs in using secure authentication.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E7BC2D-372A-D814-DDCB-207850600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13A1140-563B-4869-EBDF-2C3405920A36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7C83AA8-64F4-112A-A22C-7E1C924518D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FA90613B-1F77-C041-2CED-EF4E0E46785D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5A152BB7-89E9-D903-B0AB-F52618B4268A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C2887E49-1E8A-7B40-C9F6-983424CB704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5DE32F01-AD5C-C3FA-952B-C30134B495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7E8930F-9359-30CE-CDAF-BF9238A52ED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2ACB7AC-FE78-2D51-C289-4098A045E77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4CC65AE7-2C28-EB0F-D934-7B862C27A6B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ECF8DC1C-233B-C3EF-E06D-5BD9CE88DFB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A572729-E6FD-129C-15BF-D391110ED9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4D53B0E-C081-CDA9-BF57-B225506FA8E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FD550C-E6D2-D81F-93CD-86D336C537B1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5481AC2A-8D71-905A-0AD8-201A6FDCF5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6CA00C5-D6C1-8F01-32FB-33BC1B09248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9BA6B3E6-9562-7699-5662-31EBDA97765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4B17BF5-2F10-66F5-382A-FA61063FEF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1EF83939-DF01-D622-AF28-4F58970C75B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C7A1BA30-D5B9-3D48-2BAE-BC91F5C6E195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200355F8-6B14-E4AF-66F4-D8DC5E7F15A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22148489-A99B-6DF7-3194-74980782487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6330A9B1-C438-785C-5BB0-32904C5ECCCF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6A505E7-56EC-7BA5-2C9F-C0934F695A7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4090CBC1-D8BE-3F67-DDEC-3D8CFBF274A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BE7720A7-8057-ED53-6A10-04BEF7F6CFB1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865EDA2-09A0-B479-6663-A09EBC0BC50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DB176D8-4214-B853-3CEC-29633F158D8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825618CE-F067-E21B-C1C4-F2EBC455650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BF02E65-8A82-EDCF-8F23-B52D9557827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753D6F1-7D37-A29B-486C-A71EA66FDD2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288D3610-5943-7120-C4ED-6FEBF2FA13D3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CD0EC086-A6C1-6EDB-A72D-75BCE324E31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D8E8132-7811-D3C4-9786-1841D86E4334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73A2B8-7B56-013B-7B80-CB2212027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0837" y="1841610"/>
            <a:ext cx="15605190" cy="52830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14CDC6-2B2A-3764-AF67-B6E83B60F6DD}"/>
              </a:ext>
            </a:extLst>
          </p:cNvPr>
          <p:cNvSpPr txBox="1"/>
          <p:nvPr/>
        </p:nvSpPr>
        <p:spPr>
          <a:xfrm>
            <a:off x="2121044" y="6238071"/>
            <a:ext cx="1513825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Explain: Admin can manage events here.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Events Page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Explain: Students can view available events.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Page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Explain: Students enter details to register.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4313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FF2974-DDEA-11F3-32FD-1CD8A8EEB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2367" y="1855202"/>
            <a:ext cx="13554401" cy="41310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29C631-EFA9-5581-620C-BE891519AEBC}"/>
              </a:ext>
            </a:extLst>
          </p:cNvPr>
          <p:cNvSpPr txBox="1"/>
          <p:nvPr/>
        </p:nvSpPr>
        <p:spPr>
          <a:xfrm>
            <a:off x="2892366" y="6479086"/>
            <a:ext cx="128810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 Page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successful registration message.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CA18BC-564C-DBBB-6AA7-AA84734DB070}"/>
              </a:ext>
            </a:extLst>
          </p:cNvPr>
          <p:cNvSpPr txBox="1"/>
          <p:nvPr/>
        </p:nvSpPr>
        <p:spPr>
          <a:xfrm>
            <a:off x="2665734" y="1856082"/>
            <a:ext cx="11202666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Simple and user-friendly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Secure admin access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Fast and lightweight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Easy database management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data storage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Scalable for future improvements</a:t>
            </a:r>
          </a:p>
          <a:p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Uses H2 database (not production database)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Basic UI design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Single admin login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email notification feature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953</Words>
  <Application>Microsoft Office PowerPoint</Application>
  <PresentationFormat>Custom</PresentationFormat>
  <Paragraphs>320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Times New Roman</vt:lpstr>
      <vt:lpstr>Bookman Old Style</vt:lpstr>
      <vt:lpstr>Calibri</vt:lpstr>
      <vt:lpstr>Wingdings</vt:lpstr>
      <vt:lpstr>Gotham</vt:lpstr>
      <vt:lpstr>Cambria</vt:lpstr>
      <vt:lpstr>Gotham Bold Italics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cp:lastModifiedBy>Sari Thaa</cp:lastModifiedBy>
  <cp:revision>12</cp:revision>
  <dcterms:created xsi:type="dcterms:W3CDTF">2006-08-16T00:00:00Z</dcterms:created>
  <dcterms:modified xsi:type="dcterms:W3CDTF">2026-05-04T13:39:43Z</dcterms:modified>
  <dc:identifier>DAHCaYqJ9OU</dc:identifier>
</cp:coreProperties>
</file>